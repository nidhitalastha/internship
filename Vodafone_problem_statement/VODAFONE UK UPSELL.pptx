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Lst>
  <p:sldSz cy="5143500" cx="9144000"/>
  <p:notesSz cx="6858000" cy="9144000"/>
  <p:embeddedFontLst>
    <p:embeddedFont>
      <p:font typeface="Nunito"/>
      <p:regular r:id="rId13"/>
      <p:bold r:id="rId14"/>
      <p:italic r:id="rId15"/>
      <p:boldItalic r:id="rId16"/>
    </p:embeddedFont>
    <p:embeddedFont>
      <p:font typeface="Maven Pro"/>
      <p:regular r:id="rId17"/>
      <p:bold r:id="rId18"/>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font" Target="fonts/Nunito-regular.fntdata"/><Relationship Id="rId12" Type="http://schemas.openxmlformats.org/officeDocument/2006/relationships/slide" Target="slides/slide7.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font" Target="fonts/Nunito-italic.fntdata"/><Relationship Id="rId14" Type="http://schemas.openxmlformats.org/officeDocument/2006/relationships/font" Target="fonts/Nunito-bold.fntdata"/><Relationship Id="rId17" Type="http://schemas.openxmlformats.org/officeDocument/2006/relationships/font" Target="fonts/MavenPro-regular.fntdata"/><Relationship Id="rId16" Type="http://schemas.openxmlformats.org/officeDocument/2006/relationships/font" Target="fonts/Nunito-boldItalic.fntdata"/><Relationship Id="rId5" Type="http://schemas.openxmlformats.org/officeDocument/2006/relationships/notesMaster" Target="notesMasters/notesMaster1.xml"/><Relationship Id="rId6" Type="http://schemas.openxmlformats.org/officeDocument/2006/relationships/slide" Target="slides/slide1.xml"/><Relationship Id="rId18" Type="http://schemas.openxmlformats.org/officeDocument/2006/relationships/font" Target="fonts/MavenPro-bold.fntdata"/><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3" name="Shape 273"/>
        <p:cNvGrpSpPr/>
        <p:nvPr/>
      </p:nvGrpSpPr>
      <p:grpSpPr>
        <a:xfrm>
          <a:off x="0" y="0"/>
          <a:ext cx="0" cy="0"/>
          <a:chOff x="0" y="0"/>
          <a:chExt cx="0" cy="0"/>
        </a:xfrm>
      </p:grpSpPr>
      <p:sp>
        <p:nvSpPr>
          <p:cNvPr id="274" name="Google Shape;274;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275" name="Google Shape;275;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8" name="Shape 278"/>
        <p:cNvGrpSpPr/>
        <p:nvPr/>
      </p:nvGrpSpPr>
      <p:grpSpPr>
        <a:xfrm>
          <a:off x="0" y="0"/>
          <a:ext cx="0" cy="0"/>
          <a:chOff x="0" y="0"/>
          <a:chExt cx="0" cy="0"/>
        </a:xfrm>
      </p:grpSpPr>
      <p:sp>
        <p:nvSpPr>
          <p:cNvPr id="279" name="Google Shape;279;g9422d12abf_0_66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0" name="Google Shape;280;g9422d12abf_0_66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4" name="Shape 284"/>
        <p:cNvGrpSpPr/>
        <p:nvPr/>
      </p:nvGrpSpPr>
      <p:grpSpPr>
        <a:xfrm>
          <a:off x="0" y="0"/>
          <a:ext cx="0" cy="0"/>
          <a:chOff x="0" y="0"/>
          <a:chExt cx="0" cy="0"/>
        </a:xfrm>
      </p:grpSpPr>
      <p:sp>
        <p:nvSpPr>
          <p:cNvPr id="285" name="Google Shape;285;g9422d12abf_0_17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6" name="Google Shape;286;g9422d12abf_0_17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8" name="Shape 288"/>
        <p:cNvGrpSpPr/>
        <p:nvPr/>
      </p:nvGrpSpPr>
      <p:grpSpPr>
        <a:xfrm>
          <a:off x="0" y="0"/>
          <a:ext cx="0" cy="0"/>
          <a:chOff x="0" y="0"/>
          <a:chExt cx="0" cy="0"/>
        </a:xfrm>
      </p:grpSpPr>
      <p:sp>
        <p:nvSpPr>
          <p:cNvPr id="289" name="Google Shape;289;g9422d12abf_0_17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0" name="Google Shape;290;g9422d12abf_0_17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8" name="Shape 298"/>
        <p:cNvGrpSpPr/>
        <p:nvPr/>
      </p:nvGrpSpPr>
      <p:grpSpPr>
        <a:xfrm>
          <a:off x="0" y="0"/>
          <a:ext cx="0" cy="0"/>
          <a:chOff x="0" y="0"/>
          <a:chExt cx="0" cy="0"/>
        </a:xfrm>
      </p:grpSpPr>
      <p:sp>
        <p:nvSpPr>
          <p:cNvPr id="299" name="Google Shape;299;g9422d12abf_0_174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0" name="Google Shape;300;g9422d12abf_0_17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4" name="Shape 304"/>
        <p:cNvGrpSpPr/>
        <p:nvPr/>
      </p:nvGrpSpPr>
      <p:grpSpPr>
        <a:xfrm>
          <a:off x="0" y="0"/>
          <a:ext cx="0" cy="0"/>
          <a:chOff x="0" y="0"/>
          <a:chExt cx="0" cy="0"/>
        </a:xfrm>
      </p:grpSpPr>
      <p:sp>
        <p:nvSpPr>
          <p:cNvPr id="305" name="Google Shape;305;g9422d12abf_0_175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6" name="Google Shape;306;g9422d12abf_0_175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4" name="Shape 324"/>
        <p:cNvGrpSpPr/>
        <p:nvPr/>
      </p:nvGrpSpPr>
      <p:grpSpPr>
        <a:xfrm>
          <a:off x="0" y="0"/>
          <a:ext cx="0" cy="0"/>
          <a:chOff x="0" y="0"/>
          <a:chExt cx="0" cy="0"/>
        </a:xfrm>
      </p:grpSpPr>
      <p:sp>
        <p:nvSpPr>
          <p:cNvPr id="325" name="Google Shape;325;g9422d12abf_0_178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6" name="Google Shape;326;g9422d12abf_0_178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accent3"/>
        </a:solidFill>
      </p:bgPr>
    </p:bg>
    <p:spTree>
      <p:nvGrpSpPr>
        <p:cNvPr id="9" name="Shape 9"/>
        <p:cNvGrpSpPr/>
        <p:nvPr/>
      </p:nvGrpSpPr>
      <p:grpSpPr>
        <a:xfrm>
          <a:off x="0" y="0"/>
          <a:ext cx="0" cy="0"/>
          <a:chOff x="0" y="0"/>
          <a:chExt cx="0" cy="0"/>
        </a:xfrm>
      </p:grpSpPr>
      <p:grpSp>
        <p:nvGrpSpPr>
          <p:cNvPr id="10" name="Google Shape;10;p2"/>
          <p:cNvGrpSpPr/>
          <p:nvPr/>
        </p:nvGrpSpPr>
        <p:grpSpPr>
          <a:xfrm>
            <a:off x="7343003" y="3409675"/>
            <a:ext cx="1691422" cy="1732548"/>
            <a:chOff x="7343003" y="3409675"/>
            <a:chExt cx="1691422" cy="1732548"/>
          </a:xfrm>
        </p:grpSpPr>
        <p:grpSp>
          <p:nvGrpSpPr>
            <p:cNvPr id="11" name="Google Shape;11;p2"/>
            <p:cNvGrpSpPr/>
            <p:nvPr/>
          </p:nvGrpSpPr>
          <p:grpSpPr>
            <a:xfrm>
              <a:off x="7343003" y="4453711"/>
              <a:ext cx="316800" cy="688513"/>
              <a:chOff x="7343003" y="4453711"/>
              <a:chExt cx="316800" cy="688513"/>
            </a:xfrm>
          </p:grpSpPr>
          <p:sp>
            <p:nvSpPr>
              <p:cNvPr id="12" name="Google Shape;12;p2"/>
              <p:cNvSpPr/>
              <p:nvPr/>
            </p:nvSpPr>
            <p:spPr>
              <a:xfrm>
                <a:off x="7343003" y="4453711"/>
                <a:ext cx="316800" cy="688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 name="Google Shape;13;p2"/>
              <p:cNvSpPr/>
              <p:nvPr/>
            </p:nvSpPr>
            <p:spPr>
              <a:xfrm>
                <a:off x="7343003" y="4801723"/>
                <a:ext cx="316800" cy="340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4" name="Google Shape;14;p2"/>
            <p:cNvGrpSpPr/>
            <p:nvPr/>
          </p:nvGrpSpPr>
          <p:grpSpPr>
            <a:xfrm>
              <a:off x="7801210" y="4105700"/>
              <a:ext cx="316800" cy="1036523"/>
              <a:chOff x="7801210" y="4105700"/>
              <a:chExt cx="316800" cy="1036523"/>
            </a:xfrm>
          </p:grpSpPr>
          <p:sp>
            <p:nvSpPr>
              <p:cNvPr id="15" name="Google Shape;15;p2"/>
              <p:cNvSpPr/>
              <p:nvPr/>
            </p:nvSpPr>
            <p:spPr>
              <a:xfrm>
                <a:off x="7801210" y="4453711"/>
                <a:ext cx="316800" cy="688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 name="Google Shape;16;p2"/>
              <p:cNvSpPr/>
              <p:nvPr/>
            </p:nvSpPr>
            <p:spPr>
              <a:xfrm>
                <a:off x="7801210" y="4105700"/>
                <a:ext cx="316800" cy="1036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 name="Google Shape;17;p2"/>
              <p:cNvSpPr/>
              <p:nvPr/>
            </p:nvSpPr>
            <p:spPr>
              <a:xfrm>
                <a:off x="7801210" y="4801723"/>
                <a:ext cx="316800" cy="340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8" name="Google Shape;18;p2"/>
            <p:cNvGrpSpPr/>
            <p:nvPr/>
          </p:nvGrpSpPr>
          <p:grpSpPr>
            <a:xfrm>
              <a:off x="8259418" y="3757688"/>
              <a:ext cx="316800" cy="1384535"/>
              <a:chOff x="8259418" y="3757688"/>
              <a:chExt cx="316800" cy="1384535"/>
            </a:xfrm>
          </p:grpSpPr>
          <p:sp>
            <p:nvSpPr>
              <p:cNvPr id="19" name="Google Shape;19;p2"/>
              <p:cNvSpPr/>
              <p:nvPr/>
            </p:nvSpPr>
            <p:spPr>
              <a:xfrm>
                <a:off x="8259418" y="4453711"/>
                <a:ext cx="316800" cy="688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 name="Google Shape;20;p2"/>
              <p:cNvSpPr/>
              <p:nvPr/>
            </p:nvSpPr>
            <p:spPr>
              <a:xfrm>
                <a:off x="8259418" y="3757688"/>
                <a:ext cx="316800" cy="1384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 name="Google Shape;21;p2"/>
              <p:cNvSpPr/>
              <p:nvPr/>
            </p:nvSpPr>
            <p:spPr>
              <a:xfrm>
                <a:off x="8259418" y="4105700"/>
                <a:ext cx="316800" cy="1036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 name="Google Shape;22;p2"/>
              <p:cNvSpPr/>
              <p:nvPr/>
            </p:nvSpPr>
            <p:spPr>
              <a:xfrm>
                <a:off x="8259418" y="4801723"/>
                <a:ext cx="316800" cy="340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3" name="Google Shape;23;p2"/>
            <p:cNvGrpSpPr/>
            <p:nvPr/>
          </p:nvGrpSpPr>
          <p:grpSpPr>
            <a:xfrm>
              <a:off x="8717625" y="3409675"/>
              <a:ext cx="316800" cy="1732548"/>
              <a:chOff x="8717625" y="3409675"/>
              <a:chExt cx="316800" cy="1732548"/>
            </a:xfrm>
          </p:grpSpPr>
          <p:sp>
            <p:nvSpPr>
              <p:cNvPr id="24" name="Google Shape;24;p2"/>
              <p:cNvSpPr/>
              <p:nvPr/>
            </p:nvSpPr>
            <p:spPr>
              <a:xfrm>
                <a:off x="8717625" y="4453711"/>
                <a:ext cx="316800" cy="688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 name="Google Shape;25;p2"/>
              <p:cNvSpPr/>
              <p:nvPr/>
            </p:nvSpPr>
            <p:spPr>
              <a:xfrm>
                <a:off x="8717625" y="3757688"/>
                <a:ext cx="316800" cy="1384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 name="Google Shape;26;p2"/>
              <p:cNvSpPr/>
              <p:nvPr/>
            </p:nvSpPr>
            <p:spPr>
              <a:xfrm>
                <a:off x="8717625" y="4105700"/>
                <a:ext cx="316800" cy="1036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 name="Google Shape;27;p2"/>
              <p:cNvSpPr/>
              <p:nvPr/>
            </p:nvSpPr>
            <p:spPr>
              <a:xfrm>
                <a:off x="8717625" y="3409675"/>
                <a:ext cx="316800" cy="1732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 name="Google Shape;28;p2"/>
              <p:cNvSpPr/>
              <p:nvPr/>
            </p:nvSpPr>
            <p:spPr>
              <a:xfrm>
                <a:off x="8717625" y="4801723"/>
                <a:ext cx="316800" cy="340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29" name="Google Shape;29;p2"/>
          <p:cNvGrpSpPr/>
          <p:nvPr/>
        </p:nvGrpSpPr>
        <p:grpSpPr>
          <a:xfrm>
            <a:off x="5043503" y="0"/>
            <a:ext cx="3814072" cy="3839102"/>
            <a:chOff x="5043503" y="0"/>
            <a:chExt cx="3814072" cy="3839102"/>
          </a:xfrm>
        </p:grpSpPr>
        <p:sp>
          <p:nvSpPr>
            <p:cNvPr id="30" name="Google Shape;30;p2"/>
            <p:cNvSpPr/>
            <p:nvPr/>
          </p:nvSpPr>
          <p:spPr>
            <a:xfrm>
              <a:off x="8460975" y="1817775"/>
              <a:ext cx="396600" cy="396600"/>
            </a:xfrm>
            <a:prstGeom prst="ellipse">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 name="Google Shape;31;p2"/>
            <p:cNvSpPr/>
            <p:nvPr/>
          </p:nvSpPr>
          <p:spPr>
            <a:xfrm rot="-9830444">
              <a:off x="6469759" y="3480728"/>
              <a:ext cx="320148" cy="320148"/>
            </a:xfrm>
            <a:prstGeom prst="ellipse">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2" name="Google Shape;32;p2"/>
            <p:cNvGrpSpPr/>
            <p:nvPr/>
          </p:nvGrpSpPr>
          <p:grpSpPr>
            <a:xfrm>
              <a:off x="7647812" y="2704283"/>
              <a:ext cx="635219" cy="635219"/>
              <a:chOff x="6725724" y="2701260"/>
              <a:chExt cx="1208101" cy="1208100"/>
            </a:xfrm>
          </p:grpSpPr>
          <p:sp>
            <p:nvSpPr>
              <p:cNvPr id="33" name="Google Shape;33;p2"/>
              <p:cNvSpPr/>
              <p:nvPr/>
            </p:nvSpPr>
            <p:spPr>
              <a:xfrm rot="5400000">
                <a:off x="6725725" y="2701260"/>
                <a:ext cx="1208100" cy="1208100"/>
              </a:xfrm>
              <a:prstGeom prst="ellipse">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 name="Google Shape;34;p2"/>
              <p:cNvSpPr/>
              <p:nvPr/>
            </p:nvSpPr>
            <p:spPr>
              <a:xfrm rot="5400000">
                <a:off x="6725724" y="2701260"/>
                <a:ext cx="1208100" cy="1208100"/>
              </a:xfrm>
              <a:prstGeom prst="pie">
                <a:avLst>
                  <a:gd fmla="val 8244818" name="adj1"/>
                  <a:gd fmla="val 16246175"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 name="Google Shape;35;p2"/>
              <p:cNvSpPr/>
              <p:nvPr/>
            </p:nvSpPr>
            <p:spPr>
              <a:xfrm rot="5400000">
                <a:off x="6954988" y="2930398"/>
                <a:ext cx="749700" cy="749700"/>
              </a:xfrm>
              <a:prstGeom prst="ellipse">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6" name="Google Shape;36;p2"/>
            <p:cNvSpPr/>
            <p:nvPr/>
          </p:nvSpPr>
          <p:spPr>
            <a:xfrm>
              <a:off x="8460975" y="1817775"/>
              <a:ext cx="396600" cy="396600"/>
            </a:xfrm>
            <a:prstGeom prst="pie">
              <a:avLst>
                <a:gd fmla="val 19376841" name="adj1"/>
                <a:gd fmla="val 1620000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7" name="Google Shape;37;p2"/>
            <p:cNvGrpSpPr/>
            <p:nvPr/>
          </p:nvGrpSpPr>
          <p:grpSpPr>
            <a:xfrm>
              <a:off x="7952720" y="179238"/>
              <a:ext cx="873165" cy="873003"/>
              <a:chOff x="7754428" y="208725"/>
              <a:chExt cx="541800" cy="541800"/>
            </a:xfrm>
          </p:grpSpPr>
          <p:sp>
            <p:nvSpPr>
              <p:cNvPr id="38" name="Google Shape;38;p2"/>
              <p:cNvSpPr/>
              <p:nvPr/>
            </p:nvSpPr>
            <p:spPr>
              <a:xfrm rot="-8647347">
                <a:off x="7831319" y="285616"/>
                <a:ext cx="388018" cy="388018"/>
              </a:xfrm>
              <a:prstGeom prst="ellipse">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 name="Google Shape;39;p2"/>
              <p:cNvSpPr/>
              <p:nvPr/>
            </p:nvSpPr>
            <p:spPr>
              <a:xfrm rot="-8647347">
                <a:off x="7831319" y="285616"/>
                <a:ext cx="388018" cy="388018"/>
              </a:xfrm>
              <a:prstGeom prst="pie">
                <a:avLst>
                  <a:gd fmla="val 19376841" name="adj1"/>
                  <a:gd fmla="val 12313574"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0" name="Google Shape;40;p2"/>
            <p:cNvSpPr/>
            <p:nvPr/>
          </p:nvSpPr>
          <p:spPr>
            <a:xfrm>
              <a:off x="5399840" y="356365"/>
              <a:ext cx="2577000" cy="2577000"/>
            </a:xfrm>
            <a:prstGeom prst="ellipse">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 name="Google Shape;41;p2"/>
            <p:cNvSpPr/>
            <p:nvPr/>
          </p:nvSpPr>
          <p:spPr>
            <a:xfrm rot="2043858">
              <a:off x="5503813" y="460310"/>
              <a:ext cx="2369480" cy="2369480"/>
            </a:xfrm>
            <a:prstGeom prst="ellipse">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 name="Google Shape;42;p2"/>
            <p:cNvSpPr/>
            <p:nvPr/>
          </p:nvSpPr>
          <p:spPr>
            <a:xfrm>
              <a:off x="5399795" y="360281"/>
              <a:ext cx="2577000" cy="2577000"/>
            </a:xfrm>
            <a:prstGeom prst="pie">
              <a:avLst>
                <a:gd fmla="val 8801158" name="adj1"/>
                <a:gd fmla="val 1620000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 name="Google Shape;43;p2"/>
            <p:cNvSpPr/>
            <p:nvPr/>
          </p:nvSpPr>
          <p:spPr>
            <a:xfrm rot="2044777">
              <a:off x="5911449" y="867729"/>
              <a:ext cx="1554223" cy="1554223"/>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 name="Google Shape;44;p2"/>
            <p:cNvSpPr/>
            <p:nvPr/>
          </p:nvSpPr>
          <p:spPr>
            <a:xfrm>
              <a:off x="5399795" y="356358"/>
              <a:ext cx="2577000" cy="2577000"/>
            </a:xfrm>
            <a:prstGeom prst="pie">
              <a:avLst>
                <a:gd fmla="val 12554101" name="adj1"/>
                <a:gd fmla="val 1620000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 name="Google Shape;45;p2"/>
            <p:cNvSpPr/>
            <p:nvPr/>
          </p:nvSpPr>
          <p:spPr>
            <a:xfrm rot="-9830444">
              <a:off x="6469759" y="3480727"/>
              <a:ext cx="320148" cy="320148"/>
            </a:xfrm>
            <a:prstGeom prst="pie">
              <a:avLst>
                <a:gd fmla="val 19376841" name="adj1"/>
                <a:gd fmla="val 1620000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6" name="Google Shape;46;p2"/>
          <p:cNvSpPr txBox="1"/>
          <p:nvPr>
            <p:ph type="ctrTitle"/>
          </p:nvPr>
        </p:nvSpPr>
        <p:spPr>
          <a:xfrm>
            <a:off x="824000" y="1613813"/>
            <a:ext cx="4255500" cy="1872900"/>
          </a:xfrm>
          <a:prstGeom prst="rect">
            <a:avLst/>
          </a:prstGeom>
        </p:spPr>
        <p:txBody>
          <a:bodyPr anchorCtr="0" anchor="ctr" bIns="91425" lIns="91425" spcFirstLastPara="1" rIns="91425" wrap="square" tIns="91425">
            <a:no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p:txBody>
      </p:sp>
      <p:sp>
        <p:nvSpPr>
          <p:cNvPr id="47" name="Google Shape;47;p2"/>
          <p:cNvSpPr txBox="1"/>
          <p:nvPr>
            <p:ph idx="1" type="subTitle"/>
          </p:nvPr>
        </p:nvSpPr>
        <p:spPr>
          <a:xfrm>
            <a:off x="824000" y="3596300"/>
            <a:ext cx="4255500" cy="6954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Clr>
                <a:schemeClr val="lt1"/>
              </a:buClr>
              <a:buSzPts val="1600"/>
              <a:buNone/>
              <a:defRPr sz="1600">
                <a:solidFill>
                  <a:schemeClr val="lt1"/>
                </a:solidFill>
              </a:defRPr>
            </a:lvl1pPr>
            <a:lvl2pPr lvl="1">
              <a:lnSpc>
                <a:spcPct val="100000"/>
              </a:lnSpc>
              <a:spcBef>
                <a:spcPts val="0"/>
              </a:spcBef>
              <a:spcAft>
                <a:spcPts val="0"/>
              </a:spcAft>
              <a:buClr>
                <a:schemeClr val="lt1"/>
              </a:buClr>
              <a:buSzPts val="1600"/>
              <a:buNone/>
              <a:defRPr sz="1600">
                <a:solidFill>
                  <a:schemeClr val="lt1"/>
                </a:solidFill>
              </a:defRPr>
            </a:lvl2pPr>
            <a:lvl3pPr lvl="2">
              <a:lnSpc>
                <a:spcPct val="100000"/>
              </a:lnSpc>
              <a:spcBef>
                <a:spcPts val="0"/>
              </a:spcBef>
              <a:spcAft>
                <a:spcPts val="0"/>
              </a:spcAft>
              <a:buClr>
                <a:schemeClr val="lt1"/>
              </a:buClr>
              <a:buSzPts val="1600"/>
              <a:buNone/>
              <a:defRPr sz="1600">
                <a:solidFill>
                  <a:schemeClr val="lt1"/>
                </a:solidFill>
              </a:defRPr>
            </a:lvl3pPr>
            <a:lvl4pPr lvl="3">
              <a:lnSpc>
                <a:spcPct val="100000"/>
              </a:lnSpc>
              <a:spcBef>
                <a:spcPts val="0"/>
              </a:spcBef>
              <a:spcAft>
                <a:spcPts val="0"/>
              </a:spcAft>
              <a:buClr>
                <a:schemeClr val="lt1"/>
              </a:buClr>
              <a:buSzPts val="1600"/>
              <a:buNone/>
              <a:defRPr sz="1600">
                <a:solidFill>
                  <a:schemeClr val="lt1"/>
                </a:solidFill>
              </a:defRPr>
            </a:lvl4pPr>
            <a:lvl5pPr lvl="4">
              <a:lnSpc>
                <a:spcPct val="100000"/>
              </a:lnSpc>
              <a:spcBef>
                <a:spcPts val="0"/>
              </a:spcBef>
              <a:spcAft>
                <a:spcPts val="0"/>
              </a:spcAft>
              <a:buClr>
                <a:schemeClr val="lt1"/>
              </a:buClr>
              <a:buSzPts val="1600"/>
              <a:buNone/>
              <a:defRPr sz="1600">
                <a:solidFill>
                  <a:schemeClr val="lt1"/>
                </a:solidFill>
              </a:defRPr>
            </a:lvl5pPr>
            <a:lvl6pPr lvl="5">
              <a:lnSpc>
                <a:spcPct val="100000"/>
              </a:lnSpc>
              <a:spcBef>
                <a:spcPts val="0"/>
              </a:spcBef>
              <a:spcAft>
                <a:spcPts val="0"/>
              </a:spcAft>
              <a:buClr>
                <a:schemeClr val="lt1"/>
              </a:buClr>
              <a:buSzPts val="1600"/>
              <a:buNone/>
              <a:defRPr sz="1600">
                <a:solidFill>
                  <a:schemeClr val="lt1"/>
                </a:solidFill>
              </a:defRPr>
            </a:lvl6pPr>
            <a:lvl7pPr lvl="6">
              <a:lnSpc>
                <a:spcPct val="100000"/>
              </a:lnSpc>
              <a:spcBef>
                <a:spcPts val="0"/>
              </a:spcBef>
              <a:spcAft>
                <a:spcPts val="0"/>
              </a:spcAft>
              <a:buClr>
                <a:schemeClr val="lt1"/>
              </a:buClr>
              <a:buSzPts val="1600"/>
              <a:buNone/>
              <a:defRPr sz="1600">
                <a:solidFill>
                  <a:schemeClr val="lt1"/>
                </a:solidFill>
              </a:defRPr>
            </a:lvl7pPr>
            <a:lvl8pPr lvl="7">
              <a:lnSpc>
                <a:spcPct val="100000"/>
              </a:lnSpc>
              <a:spcBef>
                <a:spcPts val="0"/>
              </a:spcBef>
              <a:spcAft>
                <a:spcPts val="0"/>
              </a:spcAft>
              <a:buClr>
                <a:schemeClr val="lt1"/>
              </a:buClr>
              <a:buSzPts val="1600"/>
              <a:buNone/>
              <a:defRPr sz="1600">
                <a:solidFill>
                  <a:schemeClr val="lt1"/>
                </a:solidFill>
              </a:defRPr>
            </a:lvl8pPr>
            <a:lvl9pPr lvl="8">
              <a:lnSpc>
                <a:spcPct val="100000"/>
              </a:lnSpc>
              <a:spcBef>
                <a:spcPts val="0"/>
              </a:spcBef>
              <a:spcAft>
                <a:spcPts val="0"/>
              </a:spcAft>
              <a:buClr>
                <a:schemeClr val="lt1"/>
              </a:buClr>
              <a:buSzPts val="1600"/>
              <a:buNone/>
              <a:defRPr sz="1600">
                <a:solidFill>
                  <a:schemeClr val="lt1"/>
                </a:solidFill>
              </a:defRPr>
            </a:lvl9pPr>
          </a:lstStyle>
          <a:p/>
        </p:txBody>
      </p:sp>
      <p:sp>
        <p:nvSpPr>
          <p:cNvPr id="48" name="Google Shape;48;p2"/>
          <p:cNvSpPr txBox="1"/>
          <p:nvPr>
            <p:ph idx="12" type="sldNum"/>
          </p:nvPr>
        </p:nvSpPr>
        <p:spPr>
          <a:xfrm>
            <a:off x="8451046" y="4736976"/>
            <a:ext cx="548700" cy="393600"/>
          </a:xfrm>
          <a:prstGeom prst="rect">
            <a:avLst/>
          </a:prstGeom>
        </p:spPr>
        <p:txBody>
          <a:bodyPr anchorCtr="0" anchor="ctr" bIns="91425" lIns="91425" spcFirstLastPara="1" rIns="91425" wrap="square" tIns="91425">
            <a:no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dk1"/>
        </a:solidFill>
      </p:bgPr>
    </p:bg>
    <p:spTree>
      <p:nvGrpSpPr>
        <p:cNvPr id="49" name="Shape 49"/>
        <p:cNvGrpSpPr/>
        <p:nvPr/>
      </p:nvGrpSpPr>
      <p:grpSpPr>
        <a:xfrm>
          <a:off x="0" y="0"/>
          <a:ext cx="0" cy="0"/>
          <a:chOff x="0" y="0"/>
          <a:chExt cx="0" cy="0"/>
        </a:xfrm>
      </p:grpSpPr>
      <p:grpSp>
        <p:nvGrpSpPr>
          <p:cNvPr id="50" name="Google Shape;50;p3"/>
          <p:cNvGrpSpPr/>
          <p:nvPr/>
        </p:nvGrpSpPr>
        <p:grpSpPr>
          <a:xfrm>
            <a:off x="146769" y="3406"/>
            <a:ext cx="1233215" cy="1384535"/>
            <a:chOff x="146769" y="3406"/>
            <a:chExt cx="1233215" cy="1384535"/>
          </a:xfrm>
        </p:grpSpPr>
        <p:grpSp>
          <p:nvGrpSpPr>
            <p:cNvPr id="51" name="Google Shape;51;p3"/>
            <p:cNvGrpSpPr/>
            <p:nvPr/>
          </p:nvGrpSpPr>
          <p:grpSpPr>
            <a:xfrm>
              <a:off x="1063183" y="3406"/>
              <a:ext cx="316800" cy="688513"/>
              <a:chOff x="1063183" y="3406"/>
              <a:chExt cx="316800" cy="688513"/>
            </a:xfrm>
          </p:grpSpPr>
          <p:sp>
            <p:nvSpPr>
              <p:cNvPr id="52" name="Google Shape;52;p3"/>
              <p:cNvSpPr/>
              <p:nvPr/>
            </p:nvSpPr>
            <p:spPr>
              <a:xfrm rot="10800000">
                <a:off x="1063183" y="3419"/>
                <a:ext cx="316800" cy="688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 name="Google Shape;53;p3"/>
              <p:cNvSpPr/>
              <p:nvPr/>
            </p:nvSpPr>
            <p:spPr>
              <a:xfrm rot="10800000">
                <a:off x="1063183" y="3406"/>
                <a:ext cx="316800" cy="340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4" name="Google Shape;54;p3"/>
            <p:cNvGrpSpPr/>
            <p:nvPr/>
          </p:nvGrpSpPr>
          <p:grpSpPr>
            <a:xfrm>
              <a:off x="604976" y="3406"/>
              <a:ext cx="316800" cy="1036524"/>
              <a:chOff x="604976" y="3406"/>
              <a:chExt cx="316800" cy="1036524"/>
            </a:xfrm>
          </p:grpSpPr>
          <p:sp>
            <p:nvSpPr>
              <p:cNvPr id="55" name="Google Shape;55;p3"/>
              <p:cNvSpPr/>
              <p:nvPr/>
            </p:nvSpPr>
            <p:spPr>
              <a:xfrm rot="10800000">
                <a:off x="604976" y="3419"/>
                <a:ext cx="316800" cy="688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 name="Google Shape;56;p3"/>
              <p:cNvSpPr/>
              <p:nvPr/>
            </p:nvSpPr>
            <p:spPr>
              <a:xfrm rot="10800000">
                <a:off x="604976" y="3430"/>
                <a:ext cx="316800" cy="1036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 name="Google Shape;57;p3"/>
              <p:cNvSpPr/>
              <p:nvPr/>
            </p:nvSpPr>
            <p:spPr>
              <a:xfrm rot="10800000">
                <a:off x="604976" y="3406"/>
                <a:ext cx="316800" cy="340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8" name="Google Shape;58;p3"/>
            <p:cNvGrpSpPr/>
            <p:nvPr/>
          </p:nvGrpSpPr>
          <p:grpSpPr>
            <a:xfrm>
              <a:off x="146769" y="3406"/>
              <a:ext cx="316800" cy="1384535"/>
              <a:chOff x="146769" y="3406"/>
              <a:chExt cx="316800" cy="1384535"/>
            </a:xfrm>
          </p:grpSpPr>
          <p:sp>
            <p:nvSpPr>
              <p:cNvPr id="59" name="Google Shape;59;p3"/>
              <p:cNvSpPr/>
              <p:nvPr/>
            </p:nvSpPr>
            <p:spPr>
              <a:xfrm rot="10800000">
                <a:off x="146769" y="3419"/>
                <a:ext cx="316800" cy="688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 name="Google Shape;60;p3"/>
              <p:cNvSpPr/>
              <p:nvPr/>
            </p:nvSpPr>
            <p:spPr>
              <a:xfrm rot="10800000">
                <a:off x="146769" y="3441"/>
                <a:ext cx="316800" cy="1384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 name="Google Shape;61;p3"/>
              <p:cNvSpPr/>
              <p:nvPr/>
            </p:nvSpPr>
            <p:spPr>
              <a:xfrm rot="10800000">
                <a:off x="146769" y="3430"/>
                <a:ext cx="316800" cy="1036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 name="Google Shape;62;p3"/>
              <p:cNvSpPr/>
              <p:nvPr/>
            </p:nvSpPr>
            <p:spPr>
              <a:xfrm rot="10800000">
                <a:off x="146769" y="3406"/>
                <a:ext cx="316800" cy="340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63" name="Google Shape;63;p3"/>
          <p:cNvGrpSpPr/>
          <p:nvPr/>
        </p:nvGrpSpPr>
        <p:grpSpPr>
          <a:xfrm>
            <a:off x="6775084" y="2904008"/>
            <a:ext cx="2186148" cy="2239500"/>
            <a:chOff x="6775084" y="2904008"/>
            <a:chExt cx="2186148" cy="2239500"/>
          </a:xfrm>
        </p:grpSpPr>
        <p:grpSp>
          <p:nvGrpSpPr>
            <p:cNvPr id="64" name="Google Shape;64;p3"/>
            <p:cNvGrpSpPr/>
            <p:nvPr/>
          </p:nvGrpSpPr>
          <p:grpSpPr>
            <a:xfrm>
              <a:off x="6775084" y="4253708"/>
              <a:ext cx="409500" cy="889800"/>
              <a:chOff x="6775084" y="4253708"/>
              <a:chExt cx="409500" cy="889800"/>
            </a:xfrm>
          </p:grpSpPr>
          <p:sp>
            <p:nvSpPr>
              <p:cNvPr id="65" name="Google Shape;65;p3"/>
              <p:cNvSpPr/>
              <p:nvPr/>
            </p:nvSpPr>
            <p:spPr>
              <a:xfrm>
                <a:off x="6775084" y="4253708"/>
                <a:ext cx="409500" cy="8898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 name="Google Shape;66;p3"/>
              <p:cNvSpPr/>
              <p:nvPr/>
            </p:nvSpPr>
            <p:spPr>
              <a:xfrm>
                <a:off x="6775084" y="4703408"/>
                <a:ext cx="409500" cy="4401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7" name="Google Shape;67;p3"/>
            <p:cNvGrpSpPr/>
            <p:nvPr/>
          </p:nvGrpSpPr>
          <p:grpSpPr>
            <a:xfrm>
              <a:off x="7367299" y="3804008"/>
              <a:ext cx="409500" cy="1339500"/>
              <a:chOff x="7367299" y="3804008"/>
              <a:chExt cx="409500" cy="1339500"/>
            </a:xfrm>
          </p:grpSpPr>
          <p:sp>
            <p:nvSpPr>
              <p:cNvPr id="68" name="Google Shape;68;p3"/>
              <p:cNvSpPr/>
              <p:nvPr/>
            </p:nvSpPr>
            <p:spPr>
              <a:xfrm>
                <a:off x="7367299" y="4253708"/>
                <a:ext cx="409500" cy="8898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 name="Google Shape;69;p3"/>
              <p:cNvSpPr/>
              <p:nvPr/>
            </p:nvSpPr>
            <p:spPr>
              <a:xfrm>
                <a:off x="7367299" y="3804008"/>
                <a:ext cx="409500" cy="1339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 name="Google Shape;70;p3"/>
              <p:cNvSpPr/>
              <p:nvPr/>
            </p:nvSpPr>
            <p:spPr>
              <a:xfrm>
                <a:off x="7367299" y="4703408"/>
                <a:ext cx="409500" cy="4401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1" name="Google Shape;71;p3"/>
            <p:cNvGrpSpPr/>
            <p:nvPr/>
          </p:nvGrpSpPr>
          <p:grpSpPr>
            <a:xfrm>
              <a:off x="7959516" y="3354008"/>
              <a:ext cx="409500" cy="1789500"/>
              <a:chOff x="7959516" y="3354008"/>
              <a:chExt cx="409500" cy="1789500"/>
            </a:xfrm>
          </p:grpSpPr>
          <p:sp>
            <p:nvSpPr>
              <p:cNvPr id="72" name="Google Shape;72;p3"/>
              <p:cNvSpPr/>
              <p:nvPr/>
            </p:nvSpPr>
            <p:spPr>
              <a:xfrm>
                <a:off x="7959516" y="4253708"/>
                <a:ext cx="409500" cy="8898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 name="Google Shape;73;p3"/>
              <p:cNvSpPr/>
              <p:nvPr/>
            </p:nvSpPr>
            <p:spPr>
              <a:xfrm>
                <a:off x="7959516" y="3354008"/>
                <a:ext cx="409500" cy="1789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 name="Google Shape;74;p3"/>
              <p:cNvSpPr/>
              <p:nvPr/>
            </p:nvSpPr>
            <p:spPr>
              <a:xfrm>
                <a:off x="7959516" y="3804008"/>
                <a:ext cx="409500" cy="1339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 name="Google Shape;75;p3"/>
              <p:cNvSpPr/>
              <p:nvPr/>
            </p:nvSpPr>
            <p:spPr>
              <a:xfrm>
                <a:off x="7959516" y="4703408"/>
                <a:ext cx="409500" cy="4401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6" name="Google Shape;76;p3"/>
            <p:cNvGrpSpPr/>
            <p:nvPr/>
          </p:nvGrpSpPr>
          <p:grpSpPr>
            <a:xfrm>
              <a:off x="8551731" y="2904008"/>
              <a:ext cx="409500" cy="2239500"/>
              <a:chOff x="8551731" y="2904008"/>
              <a:chExt cx="409500" cy="2239500"/>
            </a:xfrm>
          </p:grpSpPr>
          <p:sp>
            <p:nvSpPr>
              <p:cNvPr id="77" name="Google Shape;77;p3"/>
              <p:cNvSpPr/>
              <p:nvPr/>
            </p:nvSpPr>
            <p:spPr>
              <a:xfrm>
                <a:off x="8551731" y="4253708"/>
                <a:ext cx="409500" cy="8898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 name="Google Shape;78;p3"/>
              <p:cNvSpPr/>
              <p:nvPr/>
            </p:nvSpPr>
            <p:spPr>
              <a:xfrm>
                <a:off x="8551731" y="3354008"/>
                <a:ext cx="409500" cy="1789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 name="Google Shape;79;p3"/>
              <p:cNvSpPr/>
              <p:nvPr/>
            </p:nvSpPr>
            <p:spPr>
              <a:xfrm>
                <a:off x="8551731" y="3804008"/>
                <a:ext cx="409500" cy="1339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 name="Google Shape;80;p3"/>
              <p:cNvSpPr/>
              <p:nvPr/>
            </p:nvSpPr>
            <p:spPr>
              <a:xfrm>
                <a:off x="8551731" y="2904008"/>
                <a:ext cx="409500" cy="2239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 name="Google Shape;81;p3"/>
              <p:cNvSpPr/>
              <p:nvPr/>
            </p:nvSpPr>
            <p:spPr>
              <a:xfrm>
                <a:off x="8551731" y="4703408"/>
                <a:ext cx="409500" cy="4401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82" name="Google Shape;82;p3"/>
          <p:cNvSpPr txBox="1"/>
          <p:nvPr>
            <p:ph type="title"/>
          </p:nvPr>
        </p:nvSpPr>
        <p:spPr>
          <a:xfrm>
            <a:off x="824000" y="1613825"/>
            <a:ext cx="5857800" cy="1872900"/>
          </a:xfrm>
          <a:prstGeom prst="rect">
            <a:avLst/>
          </a:prstGeom>
        </p:spPr>
        <p:txBody>
          <a:bodyPr anchorCtr="0" anchor="ctr" bIns="91425" lIns="91425" spcFirstLastPara="1" rIns="91425" wrap="square" tIns="91425">
            <a:no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p:txBody>
      </p:sp>
      <p:sp>
        <p:nvSpPr>
          <p:cNvPr id="83" name="Google Shape;83;p3"/>
          <p:cNvSpPr txBox="1"/>
          <p:nvPr>
            <p:ph idx="12" type="sldNum"/>
          </p:nvPr>
        </p:nvSpPr>
        <p:spPr>
          <a:xfrm>
            <a:off x="8451046" y="4736976"/>
            <a:ext cx="548700" cy="393600"/>
          </a:xfrm>
          <a:prstGeom prst="rect">
            <a:avLst/>
          </a:prstGeom>
        </p:spPr>
        <p:txBody>
          <a:bodyPr anchorCtr="0" anchor="ctr" bIns="91425" lIns="91425" spcFirstLastPara="1" rIns="91425" wrap="square" tIns="91425">
            <a:no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84" name="Shape 84"/>
        <p:cNvGrpSpPr/>
        <p:nvPr/>
      </p:nvGrpSpPr>
      <p:grpSpPr>
        <a:xfrm>
          <a:off x="0" y="0"/>
          <a:ext cx="0" cy="0"/>
          <a:chOff x="0" y="0"/>
          <a:chExt cx="0" cy="0"/>
        </a:xfrm>
      </p:grpSpPr>
      <p:grpSp>
        <p:nvGrpSpPr>
          <p:cNvPr id="85" name="Google Shape;85;p4"/>
          <p:cNvGrpSpPr/>
          <p:nvPr/>
        </p:nvGrpSpPr>
        <p:grpSpPr>
          <a:xfrm>
            <a:off x="625966" y="299376"/>
            <a:ext cx="999312" cy="999312"/>
            <a:chOff x="348199" y="179450"/>
            <a:chExt cx="1116300" cy="1116300"/>
          </a:xfrm>
        </p:grpSpPr>
        <p:sp>
          <p:nvSpPr>
            <p:cNvPr id="86" name="Google Shape;86;p4"/>
            <p:cNvSpPr/>
            <p:nvPr/>
          </p:nvSpPr>
          <p:spPr>
            <a:xfrm rot="-5400000">
              <a:off x="574557" y="405788"/>
              <a:ext cx="663600" cy="663600"/>
            </a:xfrm>
            <a:prstGeom prst="pie">
              <a:avLst>
                <a:gd fmla="val 10792838" name="adj1"/>
                <a:gd fmla="val 16200000" name="adj2"/>
              </a:avLst>
            </a:prstGeom>
            <a:solidFill>
              <a:schemeClr val="dk2">
                <a:alpha val="1254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 name="Google Shape;87;p4"/>
            <p:cNvSpPr/>
            <p:nvPr/>
          </p:nvSpPr>
          <p:spPr>
            <a:xfrm rot="-5400000">
              <a:off x="348199" y="179450"/>
              <a:ext cx="1116300" cy="1116300"/>
            </a:xfrm>
            <a:prstGeom prst="pie">
              <a:avLst>
                <a:gd fmla="val 10792838" name="adj1"/>
                <a:gd fmla="val 16200000" name="adj2"/>
              </a:avLst>
            </a:prstGeom>
            <a:solidFill>
              <a:schemeClr val="dk2">
                <a:alpha val="1254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88" name="Google Shape;88;p4"/>
          <p:cNvSpPr txBox="1"/>
          <p:nvPr>
            <p:ph type="title"/>
          </p:nvPr>
        </p:nvSpPr>
        <p:spPr>
          <a:xfrm>
            <a:off x="1303800" y="598575"/>
            <a:ext cx="7030500" cy="999300"/>
          </a:xfrm>
          <a:prstGeom prst="rect">
            <a:avLst/>
          </a:prstGeom>
        </p:spPr>
        <p:txBody>
          <a:bodyPr anchorCtr="0" anchor="t"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89" name="Google Shape;89;p4"/>
          <p:cNvSpPr txBox="1"/>
          <p:nvPr>
            <p:ph idx="1" type="body"/>
          </p:nvPr>
        </p:nvSpPr>
        <p:spPr>
          <a:xfrm>
            <a:off x="1303800" y="1990050"/>
            <a:ext cx="7030500" cy="2541600"/>
          </a:xfrm>
          <a:prstGeom prst="rect">
            <a:avLst/>
          </a:prstGeom>
        </p:spPr>
        <p:txBody>
          <a:bodyPr anchorCtr="0" anchor="t" bIns="91425" lIns="91425" spcFirstLastPara="1" rIns="91425" wrap="square" tIns="91425">
            <a:noAutofit/>
          </a:bodyPr>
          <a:lstStyle>
            <a:lvl1pPr indent="-311150" lvl="0" marL="457200">
              <a:spcBef>
                <a:spcPts val="0"/>
              </a:spcBef>
              <a:spcAft>
                <a:spcPts val="0"/>
              </a:spcAft>
              <a:buSzPts val="1300"/>
              <a:buChar char="●"/>
              <a:defRPr/>
            </a:lvl1pPr>
            <a:lvl2pPr indent="-298450" lvl="1" marL="914400">
              <a:spcBef>
                <a:spcPts val="1600"/>
              </a:spcBef>
              <a:spcAft>
                <a:spcPts val="0"/>
              </a:spcAft>
              <a:buSzPts val="1100"/>
              <a:buChar char="○"/>
              <a:defRPr/>
            </a:lvl2pPr>
            <a:lvl3pPr indent="-298450" lvl="2" marL="1371600">
              <a:spcBef>
                <a:spcPts val="1600"/>
              </a:spcBef>
              <a:spcAft>
                <a:spcPts val="0"/>
              </a:spcAft>
              <a:buSzPts val="1100"/>
              <a:buChar char="■"/>
              <a:defRPr/>
            </a:lvl3pPr>
            <a:lvl4pPr indent="-298450" lvl="3" marL="1828800">
              <a:spcBef>
                <a:spcPts val="1600"/>
              </a:spcBef>
              <a:spcAft>
                <a:spcPts val="0"/>
              </a:spcAft>
              <a:buSzPts val="1100"/>
              <a:buChar char="●"/>
              <a:defRPr/>
            </a:lvl4pPr>
            <a:lvl5pPr indent="-298450" lvl="4" marL="2286000">
              <a:spcBef>
                <a:spcPts val="1600"/>
              </a:spcBef>
              <a:spcAft>
                <a:spcPts val="0"/>
              </a:spcAft>
              <a:buSzPts val="1100"/>
              <a:buChar char="○"/>
              <a:defRPr/>
            </a:lvl5pPr>
            <a:lvl6pPr indent="-298450" lvl="5" marL="2743200">
              <a:spcBef>
                <a:spcPts val="1600"/>
              </a:spcBef>
              <a:spcAft>
                <a:spcPts val="0"/>
              </a:spcAft>
              <a:buSzPts val="1100"/>
              <a:buChar char="■"/>
              <a:defRPr/>
            </a:lvl6pPr>
            <a:lvl7pPr indent="-298450" lvl="6" marL="3200400">
              <a:spcBef>
                <a:spcPts val="1600"/>
              </a:spcBef>
              <a:spcAft>
                <a:spcPts val="0"/>
              </a:spcAft>
              <a:buSzPts val="1100"/>
              <a:buChar char="●"/>
              <a:defRPr/>
            </a:lvl7pPr>
            <a:lvl8pPr indent="-298450" lvl="7" marL="3657600">
              <a:spcBef>
                <a:spcPts val="1600"/>
              </a:spcBef>
              <a:spcAft>
                <a:spcPts val="0"/>
              </a:spcAft>
              <a:buSzPts val="1100"/>
              <a:buChar char="○"/>
              <a:defRPr/>
            </a:lvl8pPr>
            <a:lvl9pPr indent="-298450" lvl="8" marL="4114800">
              <a:spcBef>
                <a:spcPts val="1600"/>
              </a:spcBef>
              <a:spcAft>
                <a:spcPts val="1600"/>
              </a:spcAft>
              <a:buSzPts val="1100"/>
              <a:buChar char="■"/>
              <a:defRPr/>
            </a:lvl9pPr>
          </a:lstStyle>
          <a:p/>
        </p:txBody>
      </p:sp>
      <p:sp>
        <p:nvSpPr>
          <p:cNvPr id="90" name="Google Shape;90;p4"/>
          <p:cNvSpPr txBox="1"/>
          <p:nvPr>
            <p:ph idx="12" type="sldNum"/>
          </p:nvPr>
        </p:nvSpPr>
        <p:spPr>
          <a:xfrm>
            <a:off x="8451046" y="4736976"/>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91" name="Shape 91"/>
        <p:cNvGrpSpPr/>
        <p:nvPr/>
      </p:nvGrpSpPr>
      <p:grpSpPr>
        <a:xfrm>
          <a:off x="0" y="0"/>
          <a:ext cx="0" cy="0"/>
          <a:chOff x="0" y="0"/>
          <a:chExt cx="0" cy="0"/>
        </a:xfrm>
      </p:grpSpPr>
      <p:grpSp>
        <p:nvGrpSpPr>
          <p:cNvPr id="92" name="Google Shape;92;p5"/>
          <p:cNvGrpSpPr/>
          <p:nvPr/>
        </p:nvGrpSpPr>
        <p:grpSpPr>
          <a:xfrm>
            <a:off x="625966" y="299376"/>
            <a:ext cx="999312" cy="999312"/>
            <a:chOff x="348199" y="179450"/>
            <a:chExt cx="1116300" cy="1116300"/>
          </a:xfrm>
        </p:grpSpPr>
        <p:sp>
          <p:nvSpPr>
            <p:cNvPr id="93" name="Google Shape;93;p5"/>
            <p:cNvSpPr/>
            <p:nvPr/>
          </p:nvSpPr>
          <p:spPr>
            <a:xfrm rot="-5400000">
              <a:off x="574557" y="405788"/>
              <a:ext cx="663600" cy="663600"/>
            </a:xfrm>
            <a:prstGeom prst="pie">
              <a:avLst>
                <a:gd fmla="val 10792838" name="adj1"/>
                <a:gd fmla="val 16200000" name="adj2"/>
              </a:avLst>
            </a:prstGeom>
            <a:solidFill>
              <a:schemeClr val="dk2">
                <a:alpha val="1254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 name="Google Shape;94;p5"/>
            <p:cNvSpPr/>
            <p:nvPr/>
          </p:nvSpPr>
          <p:spPr>
            <a:xfrm rot="-5400000">
              <a:off x="348199" y="179450"/>
              <a:ext cx="1116300" cy="1116300"/>
            </a:xfrm>
            <a:prstGeom prst="pie">
              <a:avLst>
                <a:gd fmla="val 10792838" name="adj1"/>
                <a:gd fmla="val 16200000" name="adj2"/>
              </a:avLst>
            </a:prstGeom>
            <a:solidFill>
              <a:schemeClr val="dk2">
                <a:alpha val="1254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95" name="Google Shape;95;p5"/>
          <p:cNvSpPr txBox="1"/>
          <p:nvPr>
            <p:ph type="title"/>
          </p:nvPr>
        </p:nvSpPr>
        <p:spPr>
          <a:xfrm>
            <a:off x="1303800" y="598575"/>
            <a:ext cx="7030500" cy="999300"/>
          </a:xfrm>
          <a:prstGeom prst="rect">
            <a:avLst/>
          </a:prstGeom>
        </p:spPr>
        <p:txBody>
          <a:bodyPr anchorCtr="0" anchor="t"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96" name="Google Shape;96;p5"/>
          <p:cNvSpPr txBox="1"/>
          <p:nvPr>
            <p:ph idx="1" type="body"/>
          </p:nvPr>
        </p:nvSpPr>
        <p:spPr>
          <a:xfrm>
            <a:off x="1303800" y="1990050"/>
            <a:ext cx="3430500" cy="2541600"/>
          </a:xfrm>
          <a:prstGeom prst="rect">
            <a:avLst/>
          </a:prstGeom>
        </p:spPr>
        <p:txBody>
          <a:bodyPr anchorCtr="0" anchor="t" bIns="91425" lIns="91425" spcFirstLastPara="1" rIns="91425" wrap="square" tIns="91425">
            <a:noAutofit/>
          </a:bodyPr>
          <a:lstStyle>
            <a:lvl1pPr indent="-311150" lvl="0" marL="457200">
              <a:spcBef>
                <a:spcPts val="0"/>
              </a:spcBef>
              <a:spcAft>
                <a:spcPts val="0"/>
              </a:spcAft>
              <a:buSzPts val="1300"/>
              <a:buChar char="●"/>
              <a:defRPr/>
            </a:lvl1pPr>
            <a:lvl2pPr indent="-298450" lvl="1" marL="914400">
              <a:spcBef>
                <a:spcPts val="1600"/>
              </a:spcBef>
              <a:spcAft>
                <a:spcPts val="0"/>
              </a:spcAft>
              <a:buSzPts val="1100"/>
              <a:buChar char="○"/>
              <a:defRPr/>
            </a:lvl2pPr>
            <a:lvl3pPr indent="-298450" lvl="2" marL="1371600">
              <a:spcBef>
                <a:spcPts val="1600"/>
              </a:spcBef>
              <a:spcAft>
                <a:spcPts val="0"/>
              </a:spcAft>
              <a:buSzPts val="1100"/>
              <a:buChar char="■"/>
              <a:defRPr/>
            </a:lvl3pPr>
            <a:lvl4pPr indent="-298450" lvl="3" marL="1828800">
              <a:spcBef>
                <a:spcPts val="1600"/>
              </a:spcBef>
              <a:spcAft>
                <a:spcPts val="0"/>
              </a:spcAft>
              <a:buSzPts val="1100"/>
              <a:buChar char="●"/>
              <a:defRPr/>
            </a:lvl4pPr>
            <a:lvl5pPr indent="-298450" lvl="4" marL="2286000">
              <a:spcBef>
                <a:spcPts val="1600"/>
              </a:spcBef>
              <a:spcAft>
                <a:spcPts val="0"/>
              </a:spcAft>
              <a:buSzPts val="1100"/>
              <a:buChar char="○"/>
              <a:defRPr/>
            </a:lvl5pPr>
            <a:lvl6pPr indent="-298450" lvl="5" marL="2743200">
              <a:spcBef>
                <a:spcPts val="1600"/>
              </a:spcBef>
              <a:spcAft>
                <a:spcPts val="0"/>
              </a:spcAft>
              <a:buSzPts val="1100"/>
              <a:buChar char="■"/>
              <a:defRPr/>
            </a:lvl6pPr>
            <a:lvl7pPr indent="-298450" lvl="6" marL="3200400">
              <a:spcBef>
                <a:spcPts val="1600"/>
              </a:spcBef>
              <a:spcAft>
                <a:spcPts val="0"/>
              </a:spcAft>
              <a:buSzPts val="1100"/>
              <a:buChar char="●"/>
              <a:defRPr/>
            </a:lvl7pPr>
            <a:lvl8pPr indent="-298450" lvl="7" marL="3657600">
              <a:spcBef>
                <a:spcPts val="1600"/>
              </a:spcBef>
              <a:spcAft>
                <a:spcPts val="0"/>
              </a:spcAft>
              <a:buSzPts val="1100"/>
              <a:buChar char="○"/>
              <a:defRPr/>
            </a:lvl8pPr>
            <a:lvl9pPr indent="-298450" lvl="8" marL="4114800">
              <a:spcBef>
                <a:spcPts val="1600"/>
              </a:spcBef>
              <a:spcAft>
                <a:spcPts val="1600"/>
              </a:spcAft>
              <a:buSzPts val="1100"/>
              <a:buChar char="■"/>
              <a:defRPr/>
            </a:lvl9pPr>
          </a:lstStyle>
          <a:p/>
        </p:txBody>
      </p:sp>
      <p:sp>
        <p:nvSpPr>
          <p:cNvPr id="97" name="Google Shape;97;p5"/>
          <p:cNvSpPr txBox="1"/>
          <p:nvPr>
            <p:ph idx="2" type="body"/>
          </p:nvPr>
        </p:nvSpPr>
        <p:spPr>
          <a:xfrm>
            <a:off x="4903650" y="1990050"/>
            <a:ext cx="3430500" cy="2541600"/>
          </a:xfrm>
          <a:prstGeom prst="rect">
            <a:avLst/>
          </a:prstGeom>
        </p:spPr>
        <p:txBody>
          <a:bodyPr anchorCtr="0" anchor="t" bIns="91425" lIns="91425" spcFirstLastPara="1" rIns="91425" wrap="square" tIns="91425">
            <a:noAutofit/>
          </a:bodyPr>
          <a:lstStyle>
            <a:lvl1pPr indent="-311150" lvl="0" marL="457200">
              <a:spcBef>
                <a:spcPts val="0"/>
              </a:spcBef>
              <a:spcAft>
                <a:spcPts val="0"/>
              </a:spcAft>
              <a:buSzPts val="1300"/>
              <a:buChar char="●"/>
              <a:defRPr/>
            </a:lvl1pPr>
            <a:lvl2pPr indent="-298450" lvl="1" marL="914400">
              <a:spcBef>
                <a:spcPts val="1600"/>
              </a:spcBef>
              <a:spcAft>
                <a:spcPts val="0"/>
              </a:spcAft>
              <a:buSzPts val="1100"/>
              <a:buChar char="○"/>
              <a:defRPr/>
            </a:lvl2pPr>
            <a:lvl3pPr indent="-298450" lvl="2" marL="1371600">
              <a:spcBef>
                <a:spcPts val="1600"/>
              </a:spcBef>
              <a:spcAft>
                <a:spcPts val="0"/>
              </a:spcAft>
              <a:buSzPts val="1100"/>
              <a:buChar char="■"/>
              <a:defRPr/>
            </a:lvl3pPr>
            <a:lvl4pPr indent="-298450" lvl="3" marL="1828800">
              <a:spcBef>
                <a:spcPts val="1600"/>
              </a:spcBef>
              <a:spcAft>
                <a:spcPts val="0"/>
              </a:spcAft>
              <a:buSzPts val="1100"/>
              <a:buChar char="●"/>
              <a:defRPr/>
            </a:lvl4pPr>
            <a:lvl5pPr indent="-298450" lvl="4" marL="2286000">
              <a:spcBef>
                <a:spcPts val="1600"/>
              </a:spcBef>
              <a:spcAft>
                <a:spcPts val="0"/>
              </a:spcAft>
              <a:buSzPts val="1100"/>
              <a:buChar char="○"/>
              <a:defRPr/>
            </a:lvl5pPr>
            <a:lvl6pPr indent="-298450" lvl="5" marL="2743200">
              <a:spcBef>
                <a:spcPts val="1600"/>
              </a:spcBef>
              <a:spcAft>
                <a:spcPts val="0"/>
              </a:spcAft>
              <a:buSzPts val="1100"/>
              <a:buChar char="■"/>
              <a:defRPr/>
            </a:lvl6pPr>
            <a:lvl7pPr indent="-298450" lvl="6" marL="3200400">
              <a:spcBef>
                <a:spcPts val="1600"/>
              </a:spcBef>
              <a:spcAft>
                <a:spcPts val="0"/>
              </a:spcAft>
              <a:buSzPts val="1100"/>
              <a:buChar char="●"/>
              <a:defRPr/>
            </a:lvl7pPr>
            <a:lvl8pPr indent="-298450" lvl="7" marL="3657600">
              <a:spcBef>
                <a:spcPts val="1600"/>
              </a:spcBef>
              <a:spcAft>
                <a:spcPts val="0"/>
              </a:spcAft>
              <a:buSzPts val="1100"/>
              <a:buChar char="○"/>
              <a:defRPr/>
            </a:lvl8pPr>
            <a:lvl9pPr indent="-298450" lvl="8" marL="4114800">
              <a:spcBef>
                <a:spcPts val="1600"/>
              </a:spcBef>
              <a:spcAft>
                <a:spcPts val="1600"/>
              </a:spcAft>
              <a:buSzPts val="1100"/>
              <a:buChar char="■"/>
              <a:defRPr/>
            </a:lvl9pPr>
          </a:lstStyle>
          <a:p/>
        </p:txBody>
      </p:sp>
      <p:sp>
        <p:nvSpPr>
          <p:cNvPr id="98" name="Google Shape;98;p5"/>
          <p:cNvSpPr txBox="1"/>
          <p:nvPr>
            <p:ph idx="12" type="sldNum"/>
          </p:nvPr>
        </p:nvSpPr>
        <p:spPr>
          <a:xfrm>
            <a:off x="8451046" y="4736976"/>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99" name="Shape 99"/>
        <p:cNvGrpSpPr/>
        <p:nvPr/>
      </p:nvGrpSpPr>
      <p:grpSpPr>
        <a:xfrm>
          <a:off x="0" y="0"/>
          <a:ext cx="0" cy="0"/>
          <a:chOff x="0" y="0"/>
          <a:chExt cx="0" cy="0"/>
        </a:xfrm>
      </p:grpSpPr>
      <p:grpSp>
        <p:nvGrpSpPr>
          <p:cNvPr id="100" name="Google Shape;100;p6"/>
          <p:cNvGrpSpPr/>
          <p:nvPr/>
        </p:nvGrpSpPr>
        <p:grpSpPr>
          <a:xfrm>
            <a:off x="625966" y="299376"/>
            <a:ext cx="999312" cy="999312"/>
            <a:chOff x="348199" y="179450"/>
            <a:chExt cx="1116300" cy="1116300"/>
          </a:xfrm>
        </p:grpSpPr>
        <p:sp>
          <p:nvSpPr>
            <p:cNvPr id="101" name="Google Shape;101;p6"/>
            <p:cNvSpPr/>
            <p:nvPr/>
          </p:nvSpPr>
          <p:spPr>
            <a:xfrm rot="-5400000">
              <a:off x="574557" y="405788"/>
              <a:ext cx="663600" cy="663600"/>
            </a:xfrm>
            <a:prstGeom prst="pie">
              <a:avLst>
                <a:gd fmla="val 10792838" name="adj1"/>
                <a:gd fmla="val 16200000" name="adj2"/>
              </a:avLst>
            </a:prstGeom>
            <a:solidFill>
              <a:schemeClr val="dk2">
                <a:alpha val="1254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 name="Google Shape;102;p6"/>
            <p:cNvSpPr/>
            <p:nvPr/>
          </p:nvSpPr>
          <p:spPr>
            <a:xfrm rot="-5400000">
              <a:off x="348199" y="179450"/>
              <a:ext cx="1116300" cy="1116300"/>
            </a:xfrm>
            <a:prstGeom prst="pie">
              <a:avLst>
                <a:gd fmla="val 10792838" name="adj1"/>
                <a:gd fmla="val 16200000" name="adj2"/>
              </a:avLst>
            </a:prstGeom>
            <a:solidFill>
              <a:schemeClr val="dk2">
                <a:alpha val="1254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03" name="Google Shape;103;p6"/>
          <p:cNvSpPr txBox="1"/>
          <p:nvPr>
            <p:ph type="title"/>
          </p:nvPr>
        </p:nvSpPr>
        <p:spPr>
          <a:xfrm>
            <a:off x="1303800" y="598575"/>
            <a:ext cx="7030500" cy="999300"/>
          </a:xfrm>
          <a:prstGeom prst="rect">
            <a:avLst/>
          </a:prstGeom>
        </p:spPr>
        <p:txBody>
          <a:bodyPr anchorCtr="0" anchor="t"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04" name="Google Shape;104;p6"/>
          <p:cNvSpPr txBox="1"/>
          <p:nvPr>
            <p:ph idx="12" type="sldNum"/>
          </p:nvPr>
        </p:nvSpPr>
        <p:spPr>
          <a:xfrm>
            <a:off x="8451046" y="4736976"/>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105" name="Shape 105"/>
        <p:cNvGrpSpPr/>
        <p:nvPr/>
      </p:nvGrpSpPr>
      <p:grpSpPr>
        <a:xfrm>
          <a:off x="0" y="0"/>
          <a:ext cx="0" cy="0"/>
          <a:chOff x="0" y="0"/>
          <a:chExt cx="0" cy="0"/>
        </a:xfrm>
      </p:grpSpPr>
      <p:grpSp>
        <p:nvGrpSpPr>
          <p:cNvPr id="106" name="Google Shape;106;p7"/>
          <p:cNvGrpSpPr/>
          <p:nvPr/>
        </p:nvGrpSpPr>
        <p:grpSpPr>
          <a:xfrm>
            <a:off x="625966" y="299376"/>
            <a:ext cx="999312" cy="999312"/>
            <a:chOff x="348199" y="179450"/>
            <a:chExt cx="1116300" cy="1116300"/>
          </a:xfrm>
        </p:grpSpPr>
        <p:sp>
          <p:nvSpPr>
            <p:cNvPr id="107" name="Google Shape;107;p7"/>
            <p:cNvSpPr/>
            <p:nvPr/>
          </p:nvSpPr>
          <p:spPr>
            <a:xfrm rot="-5400000">
              <a:off x="574557" y="405788"/>
              <a:ext cx="663600" cy="663600"/>
            </a:xfrm>
            <a:prstGeom prst="pie">
              <a:avLst>
                <a:gd fmla="val 10792838" name="adj1"/>
                <a:gd fmla="val 16200000" name="adj2"/>
              </a:avLst>
            </a:prstGeom>
            <a:solidFill>
              <a:schemeClr val="dk2">
                <a:alpha val="1254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 name="Google Shape;108;p7"/>
            <p:cNvSpPr/>
            <p:nvPr/>
          </p:nvSpPr>
          <p:spPr>
            <a:xfrm rot="-5400000">
              <a:off x="348199" y="179450"/>
              <a:ext cx="1116300" cy="1116300"/>
            </a:xfrm>
            <a:prstGeom prst="pie">
              <a:avLst>
                <a:gd fmla="val 10792838" name="adj1"/>
                <a:gd fmla="val 16200000" name="adj2"/>
              </a:avLst>
            </a:prstGeom>
            <a:solidFill>
              <a:schemeClr val="dk2">
                <a:alpha val="1254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09" name="Google Shape;109;p7"/>
          <p:cNvSpPr txBox="1"/>
          <p:nvPr>
            <p:ph type="title"/>
          </p:nvPr>
        </p:nvSpPr>
        <p:spPr>
          <a:xfrm>
            <a:off x="1303800" y="598575"/>
            <a:ext cx="3312000" cy="1590000"/>
          </a:xfrm>
          <a:prstGeom prst="rect">
            <a:avLst/>
          </a:prstGeom>
        </p:spPr>
        <p:txBody>
          <a:bodyPr anchorCtr="0" anchor="t"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10" name="Google Shape;110;p7"/>
          <p:cNvSpPr txBox="1"/>
          <p:nvPr>
            <p:ph idx="1" type="body"/>
          </p:nvPr>
        </p:nvSpPr>
        <p:spPr>
          <a:xfrm>
            <a:off x="1303800" y="2309675"/>
            <a:ext cx="3312000" cy="2221800"/>
          </a:xfrm>
          <a:prstGeom prst="rect">
            <a:avLst/>
          </a:prstGeom>
        </p:spPr>
        <p:txBody>
          <a:bodyPr anchorCtr="0" anchor="t" bIns="91425" lIns="91425" spcFirstLastPara="1" rIns="91425" wrap="square" tIns="91425">
            <a:noAutofit/>
          </a:bodyPr>
          <a:lstStyle>
            <a:lvl1pPr indent="-311150" lvl="0" marL="457200">
              <a:spcBef>
                <a:spcPts val="0"/>
              </a:spcBef>
              <a:spcAft>
                <a:spcPts val="0"/>
              </a:spcAft>
              <a:buSzPts val="1300"/>
              <a:buChar char="●"/>
              <a:defRPr/>
            </a:lvl1pPr>
            <a:lvl2pPr indent="-298450" lvl="1" marL="914400">
              <a:spcBef>
                <a:spcPts val="1600"/>
              </a:spcBef>
              <a:spcAft>
                <a:spcPts val="0"/>
              </a:spcAft>
              <a:buSzPts val="1100"/>
              <a:buChar char="○"/>
              <a:defRPr/>
            </a:lvl2pPr>
            <a:lvl3pPr indent="-298450" lvl="2" marL="1371600">
              <a:spcBef>
                <a:spcPts val="1600"/>
              </a:spcBef>
              <a:spcAft>
                <a:spcPts val="0"/>
              </a:spcAft>
              <a:buSzPts val="1100"/>
              <a:buChar char="■"/>
              <a:defRPr/>
            </a:lvl3pPr>
            <a:lvl4pPr indent="-298450" lvl="3" marL="1828800">
              <a:spcBef>
                <a:spcPts val="1600"/>
              </a:spcBef>
              <a:spcAft>
                <a:spcPts val="0"/>
              </a:spcAft>
              <a:buSzPts val="1100"/>
              <a:buChar char="●"/>
              <a:defRPr/>
            </a:lvl4pPr>
            <a:lvl5pPr indent="-298450" lvl="4" marL="2286000">
              <a:spcBef>
                <a:spcPts val="1600"/>
              </a:spcBef>
              <a:spcAft>
                <a:spcPts val="0"/>
              </a:spcAft>
              <a:buSzPts val="1100"/>
              <a:buChar char="○"/>
              <a:defRPr/>
            </a:lvl5pPr>
            <a:lvl6pPr indent="-298450" lvl="5" marL="2743200">
              <a:spcBef>
                <a:spcPts val="1600"/>
              </a:spcBef>
              <a:spcAft>
                <a:spcPts val="0"/>
              </a:spcAft>
              <a:buSzPts val="1100"/>
              <a:buChar char="■"/>
              <a:defRPr/>
            </a:lvl6pPr>
            <a:lvl7pPr indent="-298450" lvl="6" marL="3200400">
              <a:spcBef>
                <a:spcPts val="1600"/>
              </a:spcBef>
              <a:spcAft>
                <a:spcPts val="0"/>
              </a:spcAft>
              <a:buSzPts val="1100"/>
              <a:buChar char="●"/>
              <a:defRPr/>
            </a:lvl7pPr>
            <a:lvl8pPr indent="-298450" lvl="7" marL="3657600">
              <a:spcBef>
                <a:spcPts val="1600"/>
              </a:spcBef>
              <a:spcAft>
                <a:spcPts val="0"/>
              </a:spcAft>
              <a:buSzPts val="1100"/>
              <a:buChar char="○"/>
              <a:defRPr/>
            </a:lvl8pPr>
            <a:lvl9pPr indent="-298450" lvl="8" marL="4114800">
              <a:spcBef>
                <a:spcPts val="1600"/>
              </a:spcBef>
              <a:spcAft>
                <a:spcPts val="1600"/>
              </a:spcAft>
              <a:buSzPts val="1100"/>
              <a:buChar char="■"/>
              <a:defRPr/>
            </a:lvl9pPr>
          </a:lstStyle>
          <a:p/>
        </p:txBody>
      </p:sp>
      <p:sp>
        <p:nvSpPr>
          <p:cNvPr id="111" name="Google Shape;111;p7"/>
          <p:cNvSpPr txBox="1"/>
          <p:nvPr>
            <p:ph idx="12" type="sldNum"/>
          </p:nvPr>
        </p:nvSpPr>
        <p:spPr>
          <a:xfrm>
            <a:off x="8451046" y="4736976"/>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dk1"/>
        </a:solidFill>
      </p:bgPr>
    </p:bg>
    <p:spTree>
      <p:nvGrpSpPr>
        <p:cNvPr id="112" name="Shape 112"/>
        <p:cNvGrpSpPr/>
        <p:nvPr/>
      </p:nvGrpSpPr>
      <p:grpSpPr>
        <a:xfrm>
          <a:off x="0" y="0"/>
          <a:ext cx="0" cy="0"/>
          <a:chOff x="0" y="0"/>
          <a:chExt cx="0" cy="0"/>
        </a:xfrm>
      </p:grpSpPr>
      <p:grpSp>
        <p:nvGrpSpPr>
          <p:cNvPr id="113" name="Google Shape;113;p8"/>
          <p:cNvGrpSpPr/>
          <p:nvPr/>
        </p:nvGrpSpPr>
        <p:grpSpPr>
          <a:xfrm>
            <a:off x="6866714" y="1306"/>
            <a:ext cx="2267451" cy="2601690"/>
            <a:chOff x="6790514" y="1306"/>
            <a:chExt cx="2267451" cy="2601690"/>
          </a:xfrm>
        </p:grpSpPr>
        <p:grpSp>
          <p:nvGrpSpPr>
            <p:cNvPr id="114" name="Google Shape;114;p8"/>
            <p:cNvGrpSpPr/>
            <p:nvPr/>
          </p:nvGrpSpPr>
          <p:grpSpPr>
            <a:xfrm>
              <a:off x="7067465" y="1306"/>
              <a:ext cx="1990500" cy="1990200"/>
              <a:chOff x="7067465" y="1306"/>
              <a:chExt cx="1990500" cy="1990200"/>
            </a:xfrm>
          </p:grpSpPr>
          <p:sp>
            <p:nvSpPr>
              <p:cNvPr id="115" name="Google Shape;115;p8"/>
              <p:cNvSpPr/>
              <p:nvPr/>
            </p:nvSpPr>
            <p:spPr>
              <a:xfrm rot="-8648551">
                <a:off x="7594313" y="527721"/>
                <a:ext cx="937226" cy="937226"/>
              </a:xfrm>
              <a:prstGeom prst="ellipse">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 name="Google Shape;116;p8"/>
              <p:cNvSpPr/>
              <p:nvPr/>
            </p:nvSpPr>
            <p:spPr>
              <a:xfrm rot="-8648551">
                <a:off x="7594313" y="527721"/>
                <a:ext cx="937226" cy="937226"/>
              </a:xfrm>
              <a:prstGeom prst="pie">
                <a:avLst>
                  <a:gd fmla="val 19376841" name="adj1"/>
                  <a:gd fmla="val 12313574"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 name="Google Shape;117;p8"/>
              <p:cNvSpPr/>
              <p:nvPr/>
            </p:nvSpPr>
            <p:spPr>
              <a:xfrm rot="-8649154">
                <a:off x="7349891" y="283705"/>
                <a:ext cx="1425647" cy="1425404"/>
              </a:xfrm>
              <a:prstGeom prst="ellipse">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18" name="Google Shape;118;p8"/>
            <p:cNvGrpSpPr/>
            <p:nvPr/>
          </p:nvGrpSpPr>
          <p:grpSpPr>
            <a:xfrm>
              <a:off x="8207126" y="1807996"/>
              <a:ext cx="795000" cy="795000"/>
              <a:chOff x="8207126" y="1807996"/>
              <a:chExt cx="795000" cy="795000"/>
            </a:xfrm>
          </p:grpSpPr>
          <p:sp>
            <p:nvSpPr>
              <p:cNvPr id="119" name="Google Shape;119;p8"/>
              <p:cNvSpPr/>
              <p:nvPr/>
            </p:nvSpPr>
            <p:spPr>
              <a:xfrm rot="2152054">
                <a:off x="8319942" y="1920813"/>
                <a:ext cx="569367" cy="569367"/>
              </a:xfrm>
              <a:prstGeom prst="ellipse">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 name="Google Shape;120;p8"/>
              <p:cNvSpPr/>
              <p:nvPr/>
            </p:nvSpPr>
            <p:spPr>
              <a:xfrm rot="2150259">
                <a:off x="8408218" y="2008610"/>
                <a:ext cx="393004" cy="393004"/>
              </a:xfrm>
              <a:prstGeom prst="ellipse">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 name="Google Shape;121;p8"/>
              <p:cNvSpPr/>
              <p:nvPr/>
            </p:nvSpPr>
            <p:spPr>
              <a:xfrm rot="2150259">
                <a:off x="8408218" y="2008610"/>
                <a:ext cx="393004" cy="393004"/>
              </a:xfrm>
              <a:prstGeom prst="pie">
                <a:avLst>
                  <a:gd fmla="val 5699893" name="adj1"/>
                  <a:gd fmla="val 12313574"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22" name="Google Shape;122;p8"/>
            <p:cNvGrpSpPr/>
            <p:nvPr/>
          </p:nvGrpSpPr>
          <p:grpSpPr>
            <a:xfrm>
              <a:off x="6790514" y="118857"/>
              <a:ext cx="548700" cy="548700"/>
              <a:chOff x="6790514" y="118857"/>
              <a:chExt cx="548700" cy="548700"/>
            </a:xfrm>
          </p:grpSpPr>
          <p:sp>
            <p:nvSpPr>
              <p:cNvPr id="123" name="Google Shape;123;p8"/>
              <p:cNvSpPr/>
              <p:nvPr/>
            </p:nvSpPr>
            <p:spPr>
              <a:xfrm rot="2150259">
                <a:off x="6868362" y="196705"/>
                <a:ext cx="393004" cy="393004"/>
              </a:xfrm>
              <a:prstGeom prst="ellipse">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 name="Google Shape;124;p8"/>
              <p:cNvSpPr/>
              <p:nvPr/>
            </p:nvSpPr>
            <p:spPr>
              <a:xfrm rot="2150259">
                <a:off x="6868362" y="196705"/>
                <a:ext cx="393004" cy="393004"/>
              </a:xfrm>
              <a:prstGeom prst="pie">
                <a:avLst>
                  <a:gd fmla="val 5699893" name="adj1"/>
                  <a:gd fmla="val 12313574"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125" name="Google Shape;125;p8"/>
          <p:cNvSpPr txBox="1"/>
          <p:nvPr>
            <p:ph type="title"/>
          </p:nvPr>
        </p:nvSpPr>
        <p:spPr>
          <a:xfrm>
            <a:off x="824000" y="763600"/>
            <a:ext cx="5857800" cy="3573300"/>
          </a:xfrm>
          <a:prstGeom prst="rect">
            <a:avLst/>
          </a:prstGeom>
        </p:spPr>
        <p:txBody>
          <a:bodyPr anchorCtr="0" anchor="ctr" bIns="91425" lIns="91425" spcFirstLastPara="1" rIns="91425" wrap="square" tIns="91425">
            <a:no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p:txBody>
      </p:sp>
      <p:sp>
        <p:nvSpPr>
          <p:cNvPr id="126" name="Google Shape;126;p8"/>
          <p:cNvSpPr txBox="1"/>
          <p:nvPr>
            <p:ph idx="12" type="sldNum"/>
          </p:nvPr>
        </p:nvSpPr>
        <p:spPr>
          <a:xfrm>
            <a:off x="8451046" y="4736976"/>
            <a:ext cx="548700" cy="393600"/>
          </a:xfrm>
          <a:prstGeom prst="rect">
            <a:avLst/>
          </a:prstGeom>
        </p:spPr>
        <p:txBody>
          <a:bodyPr anchorCtr="0" anchor="ctr" bIns="91425" lIns="91425" spcFirstLastPara="1" rIns="91425" wrap="square" tIns="91425">
            <a:no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127" name="Shape 127"/>
        <p:cNvGrpSpPr/>
        <p:nvPr/>
      </p:nvGrpSpPr>
      <p:grpSpPr>
        <a:xfrm>
          <a:off x="0" y="0"/>
          <a:ext cx="0" cy="0"/>
          <a:chOff x="0" y="0"/>
          <a:chExt cx="0" cy="0"/>
        </a:xfrm>
      </p:grpSpPr>
      <p:grpSp>
        <p:nvGrpSpPr>
          <p:cNvPr id="128" name="Google Shape;128;p9"/>
          <p:cNvGrpSpPr/>
          <p:nvPr/>
        </p:nvGrpSpPr>
        <p:grpSpPr>
          <a:xfrm>
            <a:off x="625966" y="299376"/>
            <a:ext cx="999312" cy="999312"/>
            <a:chOff x="348199" y="179450"/>
            <a:chExt cx="1116300" cy="1116300"/>
          </a:xfrm>
        </p:grpSpPr>
        <p:sp>
          <p:nvSpPr>
            <p:cNvPr id="129" name="Google Shape;129;p9"/>
            <p:cNvSpPr/>
            <p:nvPr/>
          </p:nvSpPr>
          <p:spPr>
            <a:xfrm rot="-5400000">
              <a:off x="574557" y="405788"/>
              <a:ext cx="663600" cy="663600"/>
            </a:xfrm>
            <a:prstGeom prst="pie">
              <a:avLst>
                <a:gd fmla="val 10792838" name="adj1"/>
                <a:gd fmla="val 16200000" name="adj2"/>
              </a:avLst>
            </a:prstGeom>
            <a:solidFill>
              <a:schemeClr val="dk2">
                <a:alpha val="1254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 name="Google Shape;130;p9"/>
            <p:cNvSpPr/>
            <p:nvPr/>
          </p:nvSpPr>
          <p:spPr>
            <a:xfrm rot="-5400000">
              <a:off x="348199" y="179450"/>
              <a:ext cx="1116300" cy="1116300"/>
            </a:xfrm>
            <a:prstGeom prst="pie">
              <a:avLst>
                <a:gd fmla="val 10792838" name="adj1"/>
                <a:gd fmla="val 16200000" name="adj2"/>
              </a:avLst>
            </a:prstGeom>
            <a:solidFill>
              <a:schemeClr val="dk2">
                <a:alpha val="1254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31" name="Google Shape;131;p9"/>
          <p:cNvSpPr txBox="1"/>
          <p:nvPr>
            <p:ph type="title"/>
          </p:nvPr>
        </p:nvSpPr>
        <p:spPr>
          <a:xfrm>
            <a:off x="1303800" y="598575"/>
            <a:ext cx="3430500" cy="1990200"/>
          </a:xfrm>
          <a:prstGeom prst="rect">
            <a:avLst/>
          </a:prstGeom>
          <a:ln cap="flat" cmpd="sng" w="9525">
            <a:solidFill>
              <a:schemeClr val="lt1"/>
            </a:solidFill>
            <a:prstDash val="solid"/>
            <a:round/>
            <a:headEnd len="sm" w="sm" type="none"/>
            <a:tailEnd len="sm" w="sm" type="none"/>
          </a:ln>
        </p:spPr>
        <p:txBody>
          <a:bodyPr anchorCtr="0" anchor="t"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32" name="Google Shape;132;p9"/>
          <p:cNvSpPr txBox="1"/>
          <p:nvPr>
            <p:ph idx="1" type="subTitle"/>
          </p:nvPr>
        </p:nvSpPr>
        <p:spPr>
          <a:xfrm>
            <a:off x="1303800" y="2743203"/>
            <a:ext cx="3430500" cy="726000"/>
          </a:xfrm>
          <a:prstGeom prst="rect">
            <a:avLst/>
          </a:prstGeom>
          <a:ln cap="flat" cmpd="sng" w="9525">
            <a:solidFill>
              <a:schemeClr val="lt1"/>
            </a:solidFill>
            <a:prstDash val="solid"/>
            <a:round/>
            <a:headEnd len="sm" w="sm" type="none"/>
            <a:tailEnd len="sm" w="sm" type="none"/>
          </a:ln>
        </p:spPr>
        <p:txBody>
          <a:bodyPr anchorCtr="0" anchor="t" bIns="91425" lIns="91425" spcFirstLastPara="1" rIns="91425" wrap="square" tIns="91425">
            <a:noAutofit/>
          </a:bodyPr>
          <a:lstStyle>
            <a:lvl1pPr lvl="0">
              <a:lnSpc>
                <a:spcPct val="100000"/>
              </a:lnSpc>
              <a:spcBef>
                <a:spcPts val="0"/>
              </a:spcBef>
              <a:spcAft>
                <a:spcPts val="0"/>
              </a:spcAft>
              <a:buSzPts val="1600"/>
              <a:buNone/>
              <a:defRPr sz="1600"/>
            </a:lvl1pPr>
            <a:lvl2pPr lvl="1">
              <a:lnSpc>
                <a:spcPct val="100000"/>
              </a:lnSpc>
              <a:spcBef>
                <a:spcPts val="0"/>
              </a:spcBef>
              <a:spcAft>
                <a:spcPts val="0"/>
              </a:spcAft>
              <a:buSzPts val="1600"/>
              <a:buNone/>
              <a:defRPr sz="1600"/>
            </a:lvl2pPr>
            <a:lvl3pPr lvl="2">
              <a:lnSpc>
                <a:spcPct val="100000"/>
              </a:lnSpc>
              <a:spcBef>
                <a:spcPts val="0"/>
              </a:spcBef>
              <a:spcAft>
                <a:spcPts val="0"/>
              </a:spcAft>
              <a:buSzPts val="1600"/>
              <a:buNone/>
              <a:defRPr sz="1600"/>
            </a:lvl3pPr>
            <a:lvl4pPr lvl="3">
              <a:lnSpc>
                <a:spcPct val="100000"/>
              </a:lnSpc>
              <a:spcBef>
                <a:spcPts val="0"/>
              </a:spcBef>
              <a:spcAft>
                <a:spcPts val="0"/>
              </a:spcAft>
              <a:buSzPts val="1600"/>
              <a:buNone/>
              <a:defRPr sz="1600"/>
            </a:lvl4pPr>
            <a:lvl5pPr lvl="4">
              <a:lnSpc>
                <a:spcPct val="100000"/>
              </a:lnSpc>
              <a:spcBef>
                <a:spcPts val="0"/>
              </a:spcBef>
              <a:spcAft>
                <a:spcPts val="0"/>
              </a:spcAft>
              <a:buSzPts val="1600"/>
              <a:buNone/>
              <a:defRPr sz="1600"/>
            </a:lvl5pPr>
            <a:lvl6pPr lvl="5">
              <a:lnSpc>
                <a:spcPct val="100000"/>
              </a:lnSpc>
              <a:spcBef>
                <a:spcPts val="0"/>
              </a:spcBef>
              <a:spcAft>
                <a:spcPts val="0"/>
              </a:spcAft>
              <a:buSzPts val="1600"/>
              <a:buNone/>
              <a:defRPr sz="1600"/>
            </a:lvl6pPr>
            <a:lvl7pPr lvl="6">
              <a:lnSpc>
                <a:spcPct val="100000"/>
              </a:lnSpc>
              <a:spcBef>
                <a:spcPts val="0"/>
              </a:spcBef>
              <a:spcAft>
                <a:spcPts val="0"/>
              </a:spcAft>
              <a:buSzPts val="1600"/>
              <a:buNone/>
              <a:defRPr sz="1600"/>
            </a:lvl7pPr>
            <a:lvl8pPr lvl="7">
              <a:lnSpc>
                <a:spcPct val="100000"/>
              </a:lnSpc>
              <a:spcBef>
                <a:spcPts val="0"/>
              </a:spcBef>
              <a:spcAft>
                <a:spcPts val="0"/>
              </a:spcAft>
              <a:buSzPts val="1600"/>
              <a:buNone/>
              <a:defRPr sz="1600"/>
            </a:lvl8pPr>
            <a:lvl9pPr lvl="8">
              <a:lnSpc>
                <a:spcPct val="100000"/>
              </a:lnSpc>
              <a:spcBef>
                <a:spcPts val="0"/>
              </a:spcBef>
              <a:spcAft>
                <a:spcPts val="0"/>
              </a:spcAft>
              <a:buSzPts val="1600"/>
              <a:buNone/>
              <a:defRPr sz="1600"/>
            </a:lvl9pPr>
          </a:lstStyle>
          <a:p/>
        </p:txBody>
      </p:sp>
      <p:sp>
        <p:nvSpPr>
          <p:cNvPr id="133" name="Google Shape;133;p9"/>
          <p:cNvSpPr txBox="1"/>
          <p:nvPr>
            <p:ph idx="2" type="body"/>
          </p:nvPr>
        </p:nvSpPr>
        <p:spPr>
          <a:xfrm>
            <a:off x="4903700" y="661000"/>
            <a:ext cx="3430500" cy="3870600"/>
          </a:xfrm>
          <a:prstGeom prst="rect">
            <a:avLst/>
          </a:prstGeom>
          <a:ln cap="flat" cmpd="sng" w="9525">
            <a:solidFill>
              <a:schemeClr val="lt1"/>
            </a:solidFill>
            <a:prstDash val="solid"/>
            <a:round/>
            <a:headEnd len="sm" w="sm" type="none"/>
            <a:tailEnd len="sm" w="sm" type="none"/>
          </a:ln>
        </p:spPr>
        <p:txBody>
          <a:bodyPr anchorCtr="0" anchor="t" bIns="91425" lIns="91425" spcFirstLastPara="1" rIns="91425" wrap="square" tIns="91425">
            <a:noAutofit/>
          </a:bodyPr>
          <a:lstStyle>
            <a:lvl1pPr indent="-311150" lvl="0" marL="457200">
              <a:spcBef>
                <a:spcPts val="0"/>
              </a:spcBef>
              <a:spcAft>
                <a:spcPts val="0"/>
              </a:spcAft>
              <a:buSzPts val="1300"/>
              <a:buChar char="●"/>
              <a:defRPr/>
            </a:lvl1pPr>
            <a:lvl2pPr indent="-298450" lvl="1" marL="914400">
              <a:spcBef>
                <a:spcPts val="1600"/>
              </a:spcBef>
              <a:spcAft>
                <a:spcPts val="0"/>
              </a:spcAft>
              <a:buSzPts val="1100"/>
              <a:buChar char="○"/>
              <a:defRPr/>
            </a:lvl2pPr>
            <a:lvl3pPr indent="-298450" lvl="2" marL="1371600">
              <a:spcBef>
                <a:spcPts val="1600"/>
              </a:spcBef>
              <a:spcAft>
                <a:spcPts val="0"/>
              </a:spcAft>
              <a:buSzPts val="1100"/>
              <a:buChar char="■"/>
              <a:defRPr/>
            </a:lvl3pPr>
            <a:lvl4pPr indent="-298450" lvl="3" marL="1828800">
              <a:spcBef>
                <a:spcPts val="1600"/>
              </a:spcBef>
              <a:spcAft>
                <a:spcPts val="0"/>
              </a:spcAft>
              <a:buSzPts val="1100"/>
              <a:buChar char="●"/>
              <a:defRPr/>
            </a:lvl4pPr>
            <a:lvl5pPr indent="-298450" lvl="4" marL="2286000">
              <a:spcBef>
                <a:spcPts val="1600"/>
              </a:spcBef>
              <a:spcAft>
                <a:spcPts val="0"/>
              </a:spcAft>
              <a:buSzPts val="1100"/>
              <a:buChar char="○"/>
              <a:defRPr/>
            </a:lvl5pPr>
            <a:lvl6pPr indent="-298450" lvl="5" marL="2743200">
              <a:spcBef>
                <a:spcPts val="1600"/>
              </a:spcBef>
              <a:spcAft>
                <a:spcPts val="0"/>
              </a:spcAft>
              <a:buSzPts val="1100"/>
              <a:buChar char="■"/>
              <a:defRPr/>
            </a:lvl6pPr>
            <a:lvl7pPr indent="-298450" lvl="6" marL="3200400">
              <a:spcBef>
                <a:spcPts val="1600"/>
              </a:spcBef>
              <a:spcAft>
                <a:spcPts val="0"/>
              </a:spcAft>
              <a:buSzPts val="1100"/>
              <a:buChar char="●"/>
              <a:defRPr/>
            </a:lvl7pPr>
            <a:lvl8pPr indent="-298450" lvl="7" marL="3657600">
              <a:spcBef>
                <a:spcPts val="1600"/>
              </a:spcBef>
              <a:spcAft>
                <a:spcPts val="0"/>
              </a:spcAft>
              <a:buSzPts val="1100"/>
              <a:buChar char="○"/>
              <a:defRPr/>
            </a:lvl8pPr>
            <a:lvl9pPr indent="-298450" lvl="8" marL="4114800">
              <a:spcBef>
                <a:spcPts val="1600"/>
              </a:spcBef>
              <a:spcAft>
                <a:spcPts val="1600"/>
              </a:spcAft>
              <a:buSzPts val="1100"/>
              <a:buChar char="■"/>
              <a:defRPr/>
            </a:lvl9pPr>
          </a:lstStyle>
          <a:p/>
        </p:txBody>
      </p:sp>
      <p:sp>
        <p:nvSpPr>
          <p:cNvPr id="134" name="Google Shape;134;p9"/>
          <p:cNvSpPr txBox="1"/>
          <p:nvPr>
            <p:ph idx="12" type="sldNum"/>
          </p:nvPr>
        </p:nvSpPr>
        <p:spPr>
          <a:xfrm>
            <a:off x="8451046" y="4736976"/>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135" name="Shape 135"/>
        <p:cNvGrpSpPr/>
        <p:nvPr/>
      </p:nvGrpSpPr>
      <p:grpSpPr>
        <a:xfrm>
          <a:off x="0" y="0"/>
          <a:ext cx="0" cy="0"/>
          <a:chOff x="0" y="0"/>
          <a:chExt cx="0" cy="0"/>
        </a:xfrm>
      </p:grpSpPr>
      <p:grpSp>
        <p:nvGrpSpPr>
          <p:cNvPr id="136" name="Google Shape;136;p10"/>
          <p:cNvGrpSpPr/>
          <p:nvPr/>
        </p:nvGrpSpPr>
        <p:grpSpPr>
          <a:xfrm>
            <a:off x="713373" y="3847119"/>
            <a:ext cx="825392" cy="825392"/>
            <a:chOff x="348199" y="179450"/>
            <a:chExt cx="1116300" cy="1116300"/>
          </a:xfrm>
        </p:grpSpPr>
        <p:sp>
          <p:nvSpPr>
            <p:cNvPr id="137" name="Google Shape;137;p10"/>
            <p:cNvSpPr/>
            <p:nvPr/>
          </p:nvSpPr>
          <p:spPr>
            <a:xfrm rot="-5400000">
              <a:off x="574557" y="405788"/>
              <a:ext cx="663600" cy="663600"/>
            </a:xfrm>
            <a:prstGeom prst="pie">
              <a:avLst>
                <a:gd fmla="val 10792838" name="adj1"/>
                <a:gd fmla="val 16200000" name="adj2"/>
              </a:avLst>
            </a:prstGeom>
            <a:solidFill>
              <a:schemeClr val="dk2">
                <a:alpha val="1254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 name="Google Shape;138;p10"/>
            <p:cNvSpPr/>
            <p:nvPr/>
          </p:nvSpPr>
          <p:spPr>
            <a:xfrm rot="-5400000">
              <a:off x="348199" y="179450"/>
              <a:ext cx="1116300" cy="1116300"/>
            </a:xfrm>
            <a:prstGeom prst="pie">
              <a:avLst>
                <a:gd fmla="val 10792838" name="adj1"/>
                <a:gd fmla="val 16200000" name="adj2"/>
              </a:avLst>
            </a:prstGeom>
            <a:solidFill>
              <a:schemeClr val="dk2">
                <a:alpha val="1254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39" name="Google Shape;139;p10"/>
          <p:cNvSpPr txBox="1"/>
          <p:nvPr>
            <p:ph idx="1" type="body"/>
          </p:nvPr>
        </p:nvSpPr>
        <p:spPr>
          <a:xfrm>
            <a:off x="1303800" y="4138975"/>
            <a:ext cx="5843100" cy="534900"/>
          </a:xfrm>
          <a:prstGeom prst="rect">
            <a:avLst/>
          </a:prstGeom>
        </p:spPr>
        <p:txBody>
          <a:bodyPr anchorCtr="0" anchor="t" bIns="91425" lIns="91425" spcFirstLastPara="1" rIns="91425" wrap="square" tIns="91425">
            <a:noAutofit/>
          </a:bodyPr>
          <a:lstStyle>
            <a:lvl1pPr indent="-228600" lvl="0" marL="457200">
              <a:lnSpc>
                <a:spcPct val="100000"/>
              </a:lnSpc>
              <a:spcBef>
                <a:spcPts val="0"/>
              </a:spcBef>
              <a:spcAft>
                <a:spcPts val="0"/>
              </a:spcAft>
              <a:buSzPts val="1300"/>
              <a:buNone/>
              <a:defRPr/>
            </a:lvl1pPr>
          </a:lstStyle>
          <a:p/>
        </p:txBody>
      </p:sp>
      <p:sp>
        <p:nvSpPr>
          <p:cNvPr id="140" name="Google Shape;140;p10"/>
          <p:cNvSpPr txBox="1"/>
          <p:nvPr>
            <p:ph idx="12" type="sldNum"/>
          </p:nvPr>
        </p:nvSpPr>
        <p:spPr>
          <a:xfrm>
            <a:off x="8451046" y="4736976"/>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bg>
      <p:bgPr>
        <a:solidFill>
          <a:schemeClr val="accent3"/>
        </a:solidFill>
      </p:bgPr>
    </p:bg>
    <p:spTree>
      <p:nvGrpSpPr>
        <p:cNvPr id="141" name="Shape 141"/>
        <p:cNvGrpSpPr/>
        <p:nvPr/>
      </p:nvGrpSpPr>
      <p:grpSpPr>
        <a:xfrm>
          <a:off x="0" y="0"/>
          <a:ext cx="0" cy="0"/>
          <a:chOff x="0" y="0"/>
          <a:chExt cx="0" cy="0"/>
        </a:xfrm>
      </p:grpSpPr>
      <p:grpSp>
        <p:nvGrpSpPr>
          <p:cNvPr id="142" name="Google Shape;142;p11"/>
          <p:cNvGrpSpPr/>
          <p:nvPr/>
        </p:nvGrpSpPr>
        <p:grpSpPr>
          <a:xfrm>
            <a:off x="52" y="4099200"/>
            <a:ext cx="9144036" cy="1044300"/>
            <a:chOff x="52" y="4099200"/>
            <a:chExt cx="9144036" cy="1044300"/>
          </a:xfrm>
        </p:grpSpPr>
        <p:grpSp>
          <p:nvGrpSpPr>
            <p:cNvPr id="143" name="Google Shape;143;p11"/>
            <p:cNvGrpSpPr/>
            <p:nvPr/>
          </p:nvGrpSpPr>
          <p:grpSpPr>
            <a:xfrm>
              <a:off x="52" y="4309200"/>
              <a:ext cx="231622" cy="834300"/>
              <a:chOff x="2688737" y="4301380"/>
              <a:chExt cx="231900" cy="834300"/>
            </a:xfrm>
          </p:grpSpPr>
          <p:sp>
            <p:nvSpPr>
              <p:cNvPr id="144" name="Google Shape;144;p11"/>
              <p:cNvSpPr/>
              <p:nvPr/>
            </p:nvSpPr>
            <p:spPr>
              <a:xfrm flipH="1">
                <a:off x="2688737" y="4720780"/>
                <a:ext cx="2319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 name="Google Shape;145;p11"/>
              <p:cNvSpPr/>
              <p:nvPr/>
            </p:nvSpPr>
            <p:spPr>
              <a:xfrm flipH="1">
                <a:off x="2688737" y="4301380"/>
                <a:ext cx="2319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 name="Google Shape;146;p11"/>
              <p:cNvSpPr/>
              <p:nvPr/>
            </p:nvSpPr>
            <p:spPr>
              <a:xfrm flipH="1">
                <a:off x="2688737" y="4511080"/>
                <a:ext cx="2319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 name="Google Shape;147;p11"/>
              <p:cNvSpPr/>
              <p:nvPr/>
            </p:nvSpPr>
            <p:spPr>
              <a:xfrm flipH="1">
                <a:off x="2688737" y="4930480"/>
                <a:ext cx="2319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48" name="Google Shape;148;p11"/>
            <p:cNvGrpSpPr/>
            <p:nvPr/>
          </p:nvGrpSpPr>
          <p:grpSpPr>
            <a:xfrm>
              <a:off x="371406" y="4099200"/>
              <a:ext cx="231622" cy="1044300"/>
              <a:chOff x="2688737" y="4091380"/>
              <a:chExt cx="231900" cy="1044300"/>
            </a:xfrm>
          </p:grpSpPr>
          <p:sp>
            <p:nvSpPr>
              <p:cNvPr id="149" name="Google Shape;149;p11"/>
              <p:cNvSpPr/>
              <p:nvPr/>
            </p:nvSpPr>
            <p:spPr>
              <a:xfrm flipH="1">
                <a:off x="2688737" y="4720780"/>
                <a:ext cx="2319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 name="Google Shape;150;p11"/>
              <p:cNvSpPr/>
              <p:nvPr/>
            </p:nvSpPr>
            <p:spPr>
              <a:xfrm flipH="1">
                <a:off x="2688737" y="4301380"/>
                <a:ext cx="2319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 name="Google Shape;151;p11"/>
              <p:cNvSpPr/>
              <p:nvPr/>
            </p:nvSpPr>
            <p:spPr>
              <a:xfrm flipH="1">
                <a:off x="2688737" y="4511080"/>
                <a:ext cx="2319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 name="Google Shape;152;p11"/>
              <p:cNvSpPr/>
              <p:nvPr/>
            </p:nvSpPr>
            <p:spPr>
              <a:xfrm flipH="1">
                <a:off x="2688737" y="4091380"/>
                <a:ext cx="231900" cy="104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 name="Google Shape;153;p11"/>
              <p:cNvSpPr/>
              <p:nvPr/>
            </p:nvSpPr>
            <p:spPr>
              <a:xfrm flipH="1">
                <a:off x="2688737" y="4930480"/>
                <a:ext cx="2319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54" name="Google Shape;154;p11"/>
            <p:cNvGrpSpPr/>
            <p:nvPr/>
          </p:nvGrpSpPr>
          <p:grpSpPr>
            <a:xfrm>
              <a:off x="742761" y="4309200"/>
              <a:ext cx="231622" cy="834300"/>
              <a:chOff x="2688737" y="4301380"/>
              <a:chExt cx="231900" cy="834300"/>
            </a:xfrm>
          </p:grpSpPr>
          <p:sp>
            <p:nvSpPr>
              <p:cNvPr id="155" name="Google Shape;155;p11"/>
              <p:cNvSpPr/>
              <p:nvPr/>
            </p:nvSpPr>
            <p:spPr>
              <a:xfrm flipH="1">
                <a:off x="2688737" y="4720780"/>
                <a:ext cx="2319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 name="Google Shape;156;p11"/>
              <p:cNvSpPr/>
              <p:nvPr/>
            </p:nvSpPr>
            <p:spPr>
              <a:xfrm flipH="1">
                <a:off x="2688737" y="4301380"/>
                <a:ext cx="2319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 name="Google Shape;157;p11"/>
              <p:cNvSpPr/>
              <p:nvPr/>
            </p:nvSpPr>
            <p:spPr>
              <a:xfrm flipH="1">
                <a:off x="2688737" y="4511080"/>
                <a:ext cx="2319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 name="Google Shape;158;p11"/>
              <p:cNvSpPr/>
              <p:nvPr/>
            </p:nvSpPr>
            <p:spPr>
              <a:xfrm flipH="1">
                <a:off x="2688737" y="4930480"/>
                <a:ext cx="2319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59" name="Google Shape;159;p11"/>
            <p:cNvGrpSpPr/>
            <p:nvPr/>
          </p:nvGrpSpPr>
          <p:grpSpPr>
            <a:xfrm>
              <a:off x="1114115" y="4518900"/>
              <a:ext cx="231622" cy="624600"/>
              <a:chOff x="2688737" y="4511080"/>
              <a:chExt cx="231900" cy="624600"/>
            </a:xfrm>
          </p:grpSpPr>
          <p:sp>
            <p:nvSpPr>
              <p:cNvPr id="160" name="Google Shape;160;p11"/>
              <p:cNvSpPr/>
              <p:nvPr/>
            </p:nvSpPr>
            <p:spPr>
              <a:xfrm flipH="1">
                <a:off x="2688737" y="4720780"/>
                <a:ext cx="2319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 name="Google Shape;161;p11"/>
              <p:cNvSpPr/>
              <p:nvPr/>
            </p:nvSpPr>
            <p:spPr>
              <a:xfrm flipH="1">
                <a:off x="2688737" y="4511080"/>
                <a:ext cx="2319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 name="Google Shape;162;p11"/>
              <p:cNvSpPr/>
              <p:nvPr/>
            </p:nvSpPr>
            <p:spPr>
              <a:xfrm flipH="1">
                <a:off x="2688737" y="4930480"/>
                <a:ext cx="2319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63" name="Google Shape;163;p11"/>
            <p:cNvGrpSpPr/>
            <p:nvPr/>
          </p:nvGrpSpPr>
          <p:grpSpPr>
            <a:xfrm>
              <a:off x="1856753" y="4099200"/>
              <a:ext cx="231600" cy="1044300"/>
              <a:chOff x="1856753" y="4099200"/>
              <a:chExt cx="231600" cy="1044300"/>
            </a:xfrm>
          </p:grpSpPr>
          <p:sp>
            <p:nvSpPr>
              <p:cNvPr id="164" name="Google Shape;164;p11"/>
              <p:cNvSpPr/>
              <p:nvPr/>
            </p:nvSpPr>
            <p:spPr>
              <a:xfrm flipH="1">
                <a:off x="1856753"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 name="Google Shape;165;p11"/>
              <p:cNvSpPr/>
              <p:nvPr/>
            </p:nvSpPr>
            <p:spPr>
              <a:xfrm flipH="1">
                <a:off x="1856753"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 name="Google Shape;166;p11"/>
              <p:cNvSpPr/>
              <p:nvPr/>
            </p:nvSpPr>
            <p:spPr>
              <a:xfrm flipH="1">
                <a:off x="1856753"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 name="Google Shape;167;p11"/>
              <p:cNvSpPr/>
              <p:nvPr/>
            </p:nvSpPr>
            <p:spPr>
              <a:xfrm flipH="1">
                <a:off x="1856753" y="4099200"/>
                <a:ext cx="231600" cy="104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 name="Google Shape;168;p11"/>
              <p:cNvSpPr/>
              <p:nvPr/>
            </p:nvSpPr>
            <p:spPr>
              <a:xfrm flipH="1">
                <a:off x="1856753"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69" name="Google Shape;169;p11"/>
            <p:cNvGrpSpPr/>
            <p:nvPr/>
          </p:nvGrpSpPr>
          <p:grpSpPr>
            <a:xfrm>
              <a:off x="2228107" y="4309200"/>
              <a:ext cx="231600" cy="834300"/>
              <a:chOff x="2228107" y="4309200"/>
              <a:chExt cx="231600" cy="834300"/>
            </a:xfrm>
          </p:grpSpPr>
          <p:sp>
            <p:nvSpPr>
              <p:cNvPr id="170" name="Google Shape;170;p11"/>
              <p:cNvSpPr/>
              <p:nvPr/>
            </p:nvSpPr>
            <p:spPr>
              <a:xfrm flipH="1">
                <a:off x="2228107"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 name="Google Shape;171;p11"/>
              <p:cNvSpPr/>
              <p:nvPr/>
            </p:nvSpPr>
            <p:spPr>
              <a:xfrm flipH="1">
                <a:off x="2228107"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 name="Google Shape;172;p11"/>
              <p:cNvSpPr/>
              <p:nvPr/>
            </p:nvSpPr>
            <p:spPr>
              <a:xfrm flipH="1">
                <a:off x="2228107"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 name="Google Shape;173;p11"/>
              <p:cNvSpPr/>
              <p:nvPr/>
            </p:nvSpPr>
            <p:spPr>
              <a:xfrm flipH="1">
                <a:off x="2228107"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74" name="Google Shape;174;p11"/>
            <p:cNvGrpSpPr/>
            <p:nvPr/>
          </p:nvGrpSpPr>
          <p:grpSpPr>
            <a:xfrm>
              <a:off x="2599462" y="4518900"/>
              <a:ext cx="231600" cy="624600"/>
              <a:chOff x="2599462" y="4518900"/>
              <a:chExt cx="231600" cy="624600"/>
            </a:xfrm>
          </p:grpSpPr>
          <p:sp>
            <p:nvSpPr>
              <p:cNvPr id="175" name="Google Shape;175;p11"/>
              <p:cNvSpPr/>
              <p:nvPr/>
            </p:nvSpPr>
            <p:spPr>
              <a:xfrm flipH="1">
                <a:off x="2599462"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 name="Google Shape;176;p11"/>
              <p:cNvSpPr/>
              <p:nvPr/>
            </p:nvSpPr>
            <p:spPr>
              <a:xfrm flipH="1">
                <a:off x="2599462"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 name="Google Shape;177;p11"/>
              <p:cNvSpPr/>
              <p:nvPr/>
            </p:nvSpPr>
            <p:spPr>
              <a:xfrm flipH="1">
                <a:off x="2599462"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78" name="Google Shape;178;p11"/>
            <p:cNvGrpSpPr/>
            <p:nvPr/>
          </p:nvGrpSpPr>
          <p:grpSpPr>
            <a:xfrm>
              <a:off x="3342171" y="4099200"/>
              <a:ext cx="231600" cy="1044300"/>
              <a:chOff x="3342171" y="4099200"/>
              <a:chExt cx="231600" cy="1044300"/>
            </a:xfrm>
          </p:grpSpPr>
          <p:sp>
            <p:nvSpPr>
              <p:cNvPr id="179" name="Google Shape;179;p11"/>
              <p:cNvSpPr/>
              <p:nvPr/>
            </p:nvSpPr>
            <p:spPr>
              <a:xfrm flipH="1">
                <a:off x="3342171"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 name="Google Shape;180;p11"/>
              <p:cNvSpPr/>
              <p:nvPr/>
            </p:nvSpPr>
            <p:spPr>
              <a:xfrm flipH="1">
                <a:off x="3342171"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 name="Google Shape;181;p11"/>
              <p:cNvSpPr/>
              <p:nvPr/>
            </p:nvSpPr>
            <p:spPr>
              <a:xfrm flipH="1">
                <a:off x="3342171"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 name="Google Shape;182;p11"/>
              <p:cNvSpPr/>
              <p:nvPr/>
            </p:nvSpPr>
            <p:spPr>
              <a:xfrm flipH="1">
                <a:off x="3342171" y="4099200"/>
                <a:ext cx="231600" cy="104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 name="Google Shape;183;p11"/>
              <p:cNvSpPr/>
              <p:nvPr/>
            </p:nvSpPr>
            <p:spPr>
              <a:xfrm flipH="1">
                <a:off x="3342171"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84" name="Google Shape;184;p11"/>
            <p:cNvGrpSpPr/>
            <p:nvPr/>
          </p:nvGrpSpPr>
          <p:grpSpPr>
            <a:xfrm>
              <a:off x="3713525" y="4309200"/>
              <a:ext cx="231600" cy="834300"/>
              <a:chOff x="3713525" y="4309200"/>
              <a:chExt cx="231600" cy="834300"/>
            </a:xfrm>
          </p:grpSpPr>
          <p:sp>
            <p:nvSpPr>
              <p:cNvPr id="185" name="Google Shape;185;p11"/>
              <p:cNvSpPr/>
              <p:nvPr/>
            </p:nvSpPr>
            <p:spPr>
              <a:xfrm flipH="1">
                <a:off x="3713525"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 name="Google Shape;186;p11"/>
              <p:cNvSpPr/>
              <p:nvPr/>
            </p:nvSpPr>
            <p:spPr>
              <a:xfrm flipH="1">
                <a:off x="3713525"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 name="Google Shape;187;p11"/>
              <p:cNvSpPr/>
              <p:nvPr/>
            </p:nvSpPr>
            <p:spPr>
              <a:xfrm flipH="1">
                <a:off x="3713525"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 name="Google Shape;188;p11"/>
              <p:cNvSpPr/>
              <p:nvPr/>
            </p:nvSpPr>
            <p:spPr>
              <a:xfrm flipH="1">
                <a:off x="3713525"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89" name="Google Shape;189;p11"/>
            <p:cNvGrpSpPr/>
            <p:nvPr/>
          </p:nvGrpSpPr>
          <p:grpSpPr>
            <a:xfrm>
              <a:off x="1485398" y="4309200"/>
              <a:ext cx="231600" cy="834300"/>
              <a:chOff x="1485398" y="4309200"/>
              <a:chExt cx="231600" cy="834300"/>
            </a:xfrm>
          </p:grpSpPr>
          <p:sp>
            <p:nvSpPr>
              <p:cNvPr id="190" name="Google Shape;190;p11"/>
              <p:cNvSpPr/>
              <p:nvPr/>
            </p:nvSpPr>
            <p:spPr>
              <a:xfrm flipH="1">
                <a:off x="1485398"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 name="Google Shape;191;p11"/>
              <p:cNvSpPr/>
              <p:nvPr/>
            </p:nvSpPr>
            <p:spPr>
              <a:xfrm flipH="1">
                <a:off x="1485398"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 name="Google Shape;192;p11"/>
              <p:cNvSpPr/>
              <p:nvPr/>
            </p:nvSpPr>
            <p:spPr>
              <a:xfrm flipH="1">
                <a:off x="1485398"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 name="Google Shape;193;p11"/>
              <p:cNvSpPr/>
              <p:nvPr/>
            </p:nvSpPr>
            <p:spPr>
              <a:xfrm flipH="1">
                <a:off x="1485398"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94" name="Google Shape;194;p11"/>
            <p:cNvGrpSpPr/>
            <p:nvPr/>
          </p:nvGrpSpPr>
          <p:grpSpPr>
            <a:xfrm>
              <a:off x="4084879" y="4518900"/>
              <a:ext cx="231600" cy="624600"/>
              <a:chOff x="4084879" y="4518900"/>
              <a:chExt cx="231600" cy="624600"/>
            </a:xfrm>
          </p:grpSpPr>
          <p:sp>
            <p:nvSpPr>
              <p:cNvPr id="195" name="Google Shape;195;p11"/>
              <p:cNvSpPr/>
              <p:nvPr/>
            </p:nvSpPr>
            <p:spPr>
              <a:xfrm flipH="1">
                <a:off x="4084879"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 name="Google Shape;196;p11"/>
              <p:cNvSpPr/>
              <p:nvPr/>
            </p:nvSpPr>
            <p:spPr>
              <a:xfrm flipH="1">
                <a:off x="4084879"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 name="Google Shape;197;p11"/>
              <p:cNvSpPr/>
              <p:nvPr/>
            </p:nvSpPr>
            <p:spPr>
              <a:xfrm flipH="1">
                <a:off x="4084879"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98" name="Google Shape;198;p11"/>
            <p:cNvGrpSpPr/>
            <p:nvPr/>
          </p:nvGrpSpPr>
          <p:grpSpPr>
            <a:xfrm>
              <a:off x="2970816" y="4309200"/>
              <a:ext cx="231600" cy="834300"/>
              <a:chOff x="2970816" y="4309200"/>
              <a:chExt cx="231600" cy="834300"/>
            </a:xfrm>
          </p:grpSpPr>
          <p:sp>
            <p:nvSpPr>
              <p:cNvPr id="199" name="Google Shape;199;p11"/>
              <p:cNvSpPr/>
              <p:nvPr/>
            </p:nvSpPr>
            <p:spPr>
              <a:xfrm flipH="1">
                <a:off x="2970816"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 name="Google Shape;200;p11"/>
              <p:cNvSpPr/>
              <p:nvPr/>
            </p:nvSpPr>
            <p:spPr>
              <a:xfrm flipH="1">
                <a:off x="2970816"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 name="Google Shape;201;p11"/>
              <p:cNvSpPr/>
              <p:nvPr/>
            </p:nvSpPr>
            <p:spPr>
              <a:xfrm flipH="1">
                <a:off x="2970816"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2" name="Google Shape;202;p11"/>
              <p:cNvSpPr/>
              <p:nvPr/>
            </p:nvSpPr>
            <p:spPr>
              <a:xfrm flipH="1">
                <a:off x="2970816"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03" name="Google Shape;203;p11"/>
            <p:cNvGrpSpPr/>
            <p:nvPr/>
          </p:nvGrpSpPr>
          <p:grpSpPr>
            <a:xfrm>
              <a:off x="4456234" y="4309200"/>
              <a:ext cx="231600" cy="834300"/>
              <a:chOff x="4456234" y="4309200"/>
              <a:chExt cx="231600" cy="834300"/>
            </a:xfrm>
          </p:grpSpPr>
          <p:sp>
            <p:nvSpPr>
              <p:cNvPr id="204" name="Google Shape;204;p11"/>
              <p:cNvSpPr/>
              <p:nvPr/>
            </p:nvSpPr>
            <p:spPr>
              <a:xfrm flipH="1">
                <a:off x="4456234"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 name="Google Shape;205;p11"/>
              <p:cNvSpPr/>
              <p:nvPr/>
            </p:nvSpPr>
            <p:spPr>
              <a:xfrm flipH="1">
                <a:off x="4456234"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6" name="Google Shape;206;p11"/>
              <p:cNvSpPr/>
              <p:nvPr/>
            </p:nvSpPr>
            <p:spPr>
              <a:xfrm flipH="1">
                <a:off x="4456234"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 name="Google Shape;207;p11"/>
              <p:cNvSpPr/>
              <p:nvPr/>
            </p:nvSpPr>
            <p:spPr>
              <a:xfrm flipH="1">
                <a:off x="4456234"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08" name="Google Shape;208;p11"/>
            <p:cNvGrpSpPr/>
            <p:nvPr/>
          </p:nvGrpSpPr>
          <p:grpSpPr>
            <a:xfrm>
              <a:off x="4827588" y="4099200"/>
              <a:ext cx="231600" cy="1044300"/>
              <a:chOff x="4827588" y="4099200"/>
              <a:chExt cx="231600" cy="1044300"/>
            </a:xfrm>
          </p:grpSpPr>
          <p:sp>
            <p:nvSpPr>
              <p:cNvPr id="209" name="Google Shape;209;p11"/>
              <p:cNvSpPr/>
              <p:nvPr/>
            </p:nvSpPr>
            <p:spPr>
              <a:xfrm flipH="1">
                <a:off x="4827588"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 name="Google Shape;210;p11"/>
              <p:cNvSpPr/>
              <p:nvPr/>
            </p:nvSpPr>
            <p:spPr>
              <a:xfrm flipH="1">
                <a:off x="4827588"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 name="Google Shape;211;p11"/>
              <p:cNvSpPr/>
              <p:nvPr/>
            </p:nvSpPr>
            <p:spPr>
              <a:xfrm flipH="1">
                <a:off x="4827588"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 name="Google Shape;212;p11"/>
              <p:cNvSpPr/>
              <p:nvPr/>
            </p:nvSpPr>
            <p:spPr>
              <a:xfrm flipH="1">
                <a:off x="4827588" y="4099200"/>
                <a:ext cx="231600" cy="104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 name="Google Shape;213;p11"/>
              <p:cNvSpPr/>
              <p:nvPr/>
            </p:nvSpPr>
            <p:spPr>
              <a:xfrm flipH="1">
                <a:off x="4827588"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14" name="Google Shape;214;p11"/>
            <p:cNvGrpSpPr/>
            <p:nvPr/>
          </p:nvGrpSpPr>
          <p:grpSpPr>
            <a:xfrm>
              <a:off x="5198943" y="4309200"/>
              <a:ext cx="231600" cy="834300"/>
              <a:chOff x="5198943" y="4309200"/>
              <a:chExt cx="231600" cy="834300"/>
            </a:xfrm>
          </p:grpSpPr>
          <p:sp>
            <p:nvSpPr>
              <p:cNvPr id="215" name="Google Shape;215;p11"/>
              <p:cNvSpPr/>
              <p:nvPr/>
            </p:nvSpPr>
            <p:spPr>
              <a:xfrm flipH="1">
                <a:off x="5198943"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 name="Google Shape;216;p11"/>
              <p:cNvSpPr/>
              <p:nvPr/>
            </p:nvSpPr>
            <p:spPr>
              <a:xfrm flipH="1">
                <a:off x="5198943"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 name="Google Shape;217;p11"/>
              <p:cNvSpPr/>
              <p:nvPr/>
            </p:nvSpPr>
            <p:spPr>
              <a:xfrm flipH="1">
                <a:off x="5198943"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 name="Google Shape;218;p11"/>
              <p:cNvSpPr/>
              <p:nvPr/>
            </p:nvSpPr>
            <p:spPr>
              <a:xfrm flipH="1">
                <a:off x="5198943"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19" name="Google Shape;219;p11"/>
            <p:cNvGrpSpPr/>
            <p:nvPr/>
          </p:nvGrpSpPr>
          <p:grpSpPr>
            <a:xfrm>
              <a:off x="5570297" y="4518900"/>
              <a:ext cx="231600" cy="624600"/>
              <a:chOff x="5570297" y="4518900"/>
              <a:chExt cx="231600" cy="624600"/>
            </a:xfrm>
          </p:grpSpPr>
          <p:sp>
            <p:nvSpPr>
              <p:cNvPr id="220" name="Google Shape;220;p11"/>
              <p:cNvSpPr/>
              <p:nvPr/>
            </p:nvSpPr>
            <p:spPr>
              <a:xfrm flipH="1">
                <a:off x="5570297"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 name="Google Shape;221;p11"/>
              <p:cNvSpPr/>
              <p:nvPr/>
            </p:nvSpPr>
            <p:spPr>
              <a:xfrm flipH="1">
                <a:off x="5570297"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 name="Google Shape;222;p11"/>
              <p:cNvSpPr/>
              <p:nvPr/>
            </p:nvSpPr>
            <p:spPr>
              <a:xfrm flipH="1">
                <a:off x="5570297"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23" name="Google Shape;223;p11"/>
            <p:cNvGrpSpPr/>
            <p:nvPr/>
          </p:nvGrpSpPr>
          <p:grpSpPr>
            <a:xfrm>
              <a:off x="5941652" y="4309200"/>
              <a:ext cx="231600" cy="834300"/>
              <a:chOff x="5941652" y="4309200"/>
              <a:chExt cx="231600" cy="834300"/>
            </a:xfrm>
          </p:grpSpPr>
          <p:sp>
            <p:nvSpPr>
              <p:cNvPr id="224" name="Google Shape;224;p11"/>
              <p:cNvSpPr/>
              <p:nvPr/>
            </p:nvSpPr>
            <p:spPr>
              <a:xfrm flipH="1">
                <a:off x="5941652"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 name="Google Shape;225;p11"/>
              <p:cNvSpPr/>
              <p:nvPr/>
            </p:nvSpPr>
            <p:spPr>
              <a:xfrm flipH="1">
                <a:off x="5941652"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6" name="Google Shape;226;p11"/>
              <p:cNvSpPr/>
              <p:nvPr/>
            </p:nvSpPr>
            <p:spPr>
              <a:xfrm flipH="1">
                <a:off x="5941652"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 name="Google Shape;227;p11"/>
              <p:cNvSpPr/>
              <p:nvPr/>
            </p:nvSpPr>
            <p:spPr>
              <a:xfrm flipH="1">
                <a:off x="5941652"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28" name="Google Shape;228;p11"/>
            <p:cNvGrpSpPr/>
            <p:nvPr/>
          </p:nvGrpSpPr>
          <p:grpSpPr>
            <a:xfrm>
              <a:off x="6313006" y="4099200"/>
              <a:ext cx="231600" cy="1044300"/>
              <a:chOff x="6313006" y="4099200"/>
              <a:chExt cx="231600" cy="1044300"/>
            </a:xfrm>
          </p:grpSpPr>
          <p:sp>
            <p:nvSpPr>
              <p:cNvPr id="229" name="Google Shape;229;p11"/>
              <p:cNvSpPr/>
              <p:nvPr/>
            </p:nvSpPr>
            <p:spPr>
              <a:xfrm flipH="1">
                <a:off x="6313006"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0" name="Google Shape;230;p11"/>
              <p:cNvSpPr/>
              <p:nvPr/>
            </p:nvSpPr>
            <p:spPr>
              <a:xfrm flipH="1">
                <a:off x="6313006"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1" name="Google Shape;231;p11"/>
              <p:cNvSpPr/>
              <p:nvPr/>
            </p:nvSpPr>
            <p:spPr>
              <a:xfrm flipH="1">
                <a:off x="6313006"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2" name="Google Shape;232;p11"/>
              <p:cNvSpPr/>
              <p:nvPr/>
            </p:nvSpPr>
            <p:spPr>
              <a:xfrm flipH="1">
                <a:off x="6313006" y="4099200"/>
                <a:ext cx="231600" cy="104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3" name="Google Shape;233;p11"/>
              <p:cNvSpPr/>
              <p:nvPr/>
            </p:nvSpPr>
            <p:spPr>
              <a:xfrm flipH="1">
                <a:off x="6313006"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34" name="Google Shape;234;p11"/>
            <p:cNvGrpSpPr/>
            <p:nvPr/>
          </p:nvGrpSpPr>
          <p:grpSpPr>
            <a:xfrm>
              <a:off x="6684361" y="4309200"/>
              <a:ext cx="231600" cy="834300"/>
              <a:chOff x="6684361" y="4309200"/>
              <a:chExt cx="231600" cy="834300"/>
            </a:xfrm>
          </p:grpSpPr>
          <p:sp>
            <p:nvSpPr>
              <p:cNvPr id="235" name="Google Shape;235;p11"/>
              <p:cNvSpPr/>
              <p:nvPr/>
            </p:nvSpPr>
            <p:spPr>
              <a:xfrm flipH="1">
                <a:off x="6684361"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6" name="Google Shape;236;p11"/>
              <p:cNvSpPr/>
              <p:nvPr/>
            </p:nvSpPr>
            <p:spPr>
              <a:xfrm flipH="1">
                <a:off x="6684361"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7" name="Google Shape;237;p11"/>
              <p:cNvSpPr/>
              <p:nvPr/>
            </p:nvSpPr>
            <p:spPr>
              <a:xfrm flipH="1">
                <a:off x="6684361"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8" name="Google Shape;238;p11"/>
              <p:cNvSpPr/>
              <p:nvPr/>
            </p:nvSpPr>
            <p:spPr>
              <a:xfrm flipH="1">
                <a:off x="6684361"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39" name="Google Shape;239;p11"/>
            <p:cNvGrpSpPr/>
            <p:nvPr/>
          </p:nvGrpSpPr>
          <p:grpSpPr>
            <a:xfrm>
              <a:off x="7055715" y="4518900"/>
              <a:ext cx="231600" cy="624600"/>
              <a:chOff x="7055715" y="4518900"/>
              <a:chExt cx="231600" cy="624600"/>
            </a:xfrm>
          </p:grpSpPr>
          <p:sp>
            <p:nvSpPr>
              <p:cNvPr id="240" name="Google Shape;240;p11"/>
              <p:cNvSpPr/>
              <p:nvPr/>
            </p:nvSpPr>
            <p:spPr>
              <a:xfrm flipH="1">
                <a:off x="7055715"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1" name="Google Shape;241;p11"/>
              <p:cNvSpPr/>
              <p:nvPr/>
            </p:nvSpPr>
            <p:spPr>
              <a:xfrm flipH="1">
                <a:off x="7055715"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2" name="Google Shape;242;p11"/>
              <p:cNvSpPr/>
              <p:nvPr/>
            </p:nvSpPr>
            <p:spPr>
              <a:xfrm flipH="1">
                <a:off x="7055715"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43" name="Google Shape;243;p11"/>
            <p:cNvGrpSpPr/>
            <p:nvPr/>
          </p:nvGrpSpPr>
          <p:grpSpPr>
            <a:xfrm>
              <a:off x="7798424" y="4099200"/>
              <a:ext cx="231600" cy="1044300"/>
              <a:chOff x="7798424" y="4099200"/>
              <a:chExt cx="231600" cy="1044300"/>
            </a:xfrm>
          </p:grpSpPr>
          <p:sp>
            <p:nvSpPr>
              <p:cNvPr id="244" name="Google Shape;244;p11"/>
              <p:cNvSpPr/>
              <p:nvPr/>
            </p:nvSpPr>
            <p:spPr>
              <a:xfrm flipH="1">
                <a:off x="7798424"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5" name="Google Shape;245;p11"/>
              <p:cNvSpPr/>
              <p:nvPr/>
            </p:nvSpPr>
            <p:spPr>
              <a:xfrm flipH="1">
                <a:off x="7798424"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6" name="Google Shape;246;p11"/>
              <p:cNvSpPr/>
              <p:nvPr/>
            </p:nvSpPr>
            <p:spPr>
              <a:xfrm flipH="1">
                <a:off x="7798424"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7" name="Google Shape;247;p11"/>
              <p:cNvSpPr/>
              <p:nvPr/>
            </p:nvSpPr>
            <p:spPr>
              <a:xfrm flipH="1">
                <a:off x="7798424" y="4099200"/>
                <a:ext cx="231600" cy="104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8" name="Google Shape;248;p11"/>
              <p:cNvSpPr/>
              <p:nvPr/>
            </p:nvSpPr>
            <p:spPr>
              <a:xfrm flipH="1">
                <a:off x="7798424"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49" name="Google Shape;249;p11"/>
            <p:cNvGrpSpPr/>
            <p:nvPr/>
          </p:nvGrpSpPr>
          <p:grpSpPr>
            <a:xfrm>
              <a:off x="8169779" y="4309200"/>
              <a:ext cx="231600" cy="834300"/>
              <a:chOff x="8169779" y="4309200"/>
              <a:chExt cx="231600" cy="834300"/>
            </a:xfrm>
          </p:grpSpPr>
          <p:sp>
            <p:nvSpPr>
              <p:cNvPr id="250" name="Google Shape;250;p11"/>
              <p:cNvSpPr/>
              <p:nvPr/>
            </p:nvSpPr>
            <p:spPr>
              <a:xfrm flipH="1">
                <a:off x="8169779"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1" name="Google Shape;251;p11"/>
              <p:cNvSpPr/>
              <p:nvPr/>
            </p:nvSpPr>
            <p:spPr>
              <a:xfrm flipH="1">
                <a:off x="8169779"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2" name="Google Shape;252;p11"/>
              <p:cNvSpPr/>
              <p:nvPr/>
            </p:nvSpPr>
            <p:spPr>
              <a:xfrm flipH="1">
                <a:off x="8169779"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3" name="Google Shape;253;p11"/>
              <p:cNvSpPr/>
              <p:nvPr/>
            </p:nvSpPr>
            <p:spPr>
              <a:xfrm flipH="1">
                <a:off x="8169779"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54" name="Google Shape;254;p11"/>
            <p:cNvGrpSpPr/>
            <p:nvPr/>
          </p:nvGrpSpPr>
          <p:grpSpPr>
            <a:xfrm>
              <a:off x="7427070" y="4309200"/>
              <a:ext cx="231600" cy="834300"/>
              <a:chOff x="7427070" y="4309200"/>
              <a:chExt cx="231600" cy="834300"/>
            </a:xfrm>
          </p:grpSpPr>
          <p:sp>
            <p:nvSpPr>
              <p:cNvPr id="255" name="Google Shape;255;p11"/>
              <p:cNvSpPr/>
              <p:nvPr/>
            </p:nvSpPr>
            <p:spPr>
              <a:xfrm flipH="1">
                <a:off x="7427070"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6" name="Google Shape;256;p11"/>
              <p:cNvSpPr/>
              <p:nvPr/>
            </p:nvSpPr>
            <p:spPr>
              <a:xfrm flipH="1">
                <a:off x="7427070"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7" name="Google Shape;257;p11"/>
              <p:cNvSpPr/>
              <p:nvPr/>
            </p:nvSpPr>
            <p:spPr>
              <a:xfrm flipH="1">
                <a:off x="7427070"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8" name="Google Shape;258;p11"/>
              <p:cNvSpPr/>
              <p:nvPr/>
            </p:nvSpPr>
            <p:spPr>
              <a:xfrm flipH="1">
                <a:off x="7427070"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59" name="Google Shape;259;p11"/>
            <p:cNvGrpSpPr/>
            <p:nvPr/>
          </p:nvGrpSpPr>
          <p:grpSpPr>
            <a:xfrm>
              <a:off x="8541133" y="4518900"/>
              <a:ext cx="231600" cy="624600"/>
              <a:chOff x="8541133" y="4518900"/>
              <a:chExt cx="231600" cy="624600"/>
            </a:xfrm>
          </p:grpSpPr>
          <p:sp>
            <p:nvSpPr>
              <p:cNvPr id="260" name="Google Shape;260;p11"/>
              <p:cNvSpPr/>
              <p:nvPr/>
            </p:nvSpPr>
            <p:spPr>
              <a:xfrm flipH="1">
                <a:off x="8541133"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1" name="Google Shape;261;p11"/>
              <p:cNvSpPr/>
              <p:nvPr/>
            </p:nvSpPr>
            <p:spPr>
              <a:xfrm flipH="1">
                <a:off x="8541133"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2" name="Google Shape;262;p11"/>
              <p:cNvSpPr/>
              <p:nvPr/>
            </p:nvSpPr>
            <p:spPr>
              <a:xfrm flipH="1">
                <a:off x="8541133"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63" name="Google Shape;263;p11"/>
            <p:cNvGrpSpPr/>
            <p:nvPr/>
          </p:nvGrpSpPr>
          <p:grpSpPr>
            <a:xfrm>
              <a:off x="8912488" y="4309200"/>
              <a:ext cx="231600" cy="834300"/>
              <a:chOff x="8912488" y="4309200"/>
              <a:chExt cx="231600" cy="834300"/>
            </a:xfrm>
          </p:grpSpPr>
          <p:sp>
            <p:nvSpPr>
              <p:cNvPr id="264" name="Google Shape;264;p11"/>
              <p:cNvSpPr/>
              <p:nvPr/>
            </p:nvSpPr>
            <p:spPr>
              <a:xfrm flipH="1">
                <a:off x="8912488"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5" name="Google Shape;265;p11"/>
              <p:cNvSpPr/>
              <p:nvPr/>
            </p:nvSpPr>
            <p:spPr>
              <a:xfrm flipH="1">
                <a:off x="8912488"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6" name="Google Shape;266;p11"/>
              <p:cNvSpPr/>
              <p:nvPr/>
            </p:nvSpPr>
            <p:spPr>
              <a:xfrm flipH="1">
                <a:off x="8912488"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7" name="Google Shape;267;p11"/>
              <p:cNvSpPr/>
              <p:nvPr/>
            </p:nvSpPr>
            <p:spPr>
              <a:xfrm flipH="1">
                <a:off x="8912488"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268" name="Google Shape;268;p11"/>
          <p:cNvSpPr txBox="1"/>
          <p:nvPr>
            <p:ph hasCustomPrompt="1" type="title"/>
          </p:nvPr>
        </p:nvSpPr>
        <p:spPr>
          <a:xfrm>
            <a:off x="1388625" y="772725"/>
            <a:ext cx="6366900" cy="1863300"/>
          </a:xfrm>
          <a:prstGeom prst="rect">
            <a:avLst/>
          </a:prstGeom>
        </p:spPr>
        <p:txBody>
          <a:bodyPr anchorCtr="0" anchor="ctr" bIns="91425" lIns="91425" spcFirstLastPara="1" rIns="91425" wrap="square" tIns="91425">
            <a:noAutofit/>
          </a:bodyPr>
          <a:lstStyle>
            <a:lvl1pPr lvl="0" algn="ctr">
              <a:spcBef>
                <a:spcPts val="0"/>
              </a:spcBef>
              <a:spcAft>
                <a:spcPts val="0"/>
              </a:spcAft>
              <a:buClr>
                <a:schemeClr val="lt1"/>
              </a:buClr>
              <a:buSzPts val="8000"/>
              <a:buNone/>
              <a:defRPr sz="8000">
                <a:solidFill>
                  <a:schemeClr val="lt1"/>
                </a:solidFill>
              </a:defRPr>
            </a:lvl1pPr>
            <a:lvl2pPr lvl="1" algn="ctr">
              <a:spcBef>
                <a:spcPts val="0"/>
              </a:spcBef>
              <a:spcAft>
                <a:spcPts val="0"/>
              </a:spcAft>
              <a:buClr>
                <a:schemeClr val="lt1"/>
              </a:buClr>
              <a:buSzPts val="8000"/>
              <a:buNone/>
              <a:defRPr sz="8000">
                <a:solidFill>
                  <a:schemeClr val="lt1"/>
                </a:solidFill>
              </a:defRPr>
            </a:lvl2pPr>
            <a:lvl3pPr lvl="2" algn="ctr">
              <a:spcBef>
                <a:spcPts val="0"/>
              </a:spcBef>
              <a:spcAft>
                <a:spcPts val="0"/>
              </a:spcAft>
              <a:buClr>
                <a:schemeClr val="lt1"/>
              </a:buClr>
              <a:buSzPts val="8000"/>
              <a:buNone/>
              <a:defRPr sz="8000">
                <a:solidFill>
                  <a:schemeClr val="lt1"/>
                </a:solidFill>
              </a:defRPr>
            </a:lvl3pPr>
            <a:lvl4pPr lvl="3" algn="ctr">
              <a:spcBef>
                <a:spcPts val="0"/>
              </a:spcBef>
              <a:spcAft>
                <a:spcPts val="0"/>
              </a:spcAft>
              <a:buClr>
                <a:schemeClr val="lt1"/>
              </a:buClr>
              <a:buSzPts val="8000"/>
              <a:buNone/>
              <a:defRPr sz="8000">
                <a:solidFill>
                  <a:schemeClr val="lt1"/>
                </a:solidFill>
              </a:defRPr>
            </a:lvl4pPr>
            <a:lvl5pPr lvl="4" algn="ctr">
              <a:spcBef>
                <a:spcPts val="0"/>
              </a:spcBef>
              <a:spcAft>
                <a:spcPts val="0"/>
              </a:spcAft>
              <a:buClr>
                <a:schemeClr val="lt1"/>
              </a:buClr>
              <a:buSzPts val="8000"/>
              <a:buNone/>
              <a:defRPr sz="8000">
                <a:solidFill>
                  <a:schemeClr val="lt1"/>
                </a:solidFill>
              </a:defRPr>
            </a:lvl5pPr>
            <a:lvl6pPr lvl="5" algn="ctr">
              <a:spcBef>
                <a:spcPts val="0"/>
              </a:spcBef>
              <a:spcAft>
                <a:spcPts val="0"/>
              </a:spcAft>
              <a:buClr>
                <a:schemeClr val="lt1"/>
              </a:buClr>
              <a:buSzPts val="8000"/>
              <a:buNone/>
              <a:defRPr sz="8000">
                <a:solidFill>
                  <a:schemeClr val="lt1"/>
                </a:solidFill>
              </a:defRPr>
            </a:lvl6pPr>
            <a:lvl7pPr lvl="6" algn="ctr">
              <a:spcBef>
                <a:spcPts val="0"/>
              </a:spcBef>
              <a:spcAft>
                <a:spcPts val="0"/>
              </a:spcAft>
              <a:buClr>
                <a:schemeClr val="lt1"/>
              </a:buClr>
              <a:buSzPts val="8000"/>
              <a:buNone/>
              <a:defRPr sz="8000">
                <a:solidFill>
                  <a:schemeClr val="lt1"/>
                </a:solidFill>
              </a:defRPr>
            </a:lvl7pPr>
            <a:lvl8pPr lvl="7" algn="ctr">
              <a:spcBef>
                <a:spcPts val="0"/>
              </a:spcBef>
              <a:spcAft>
                <a:spcPts val="0"/>
              </a:spcAft>
              <a:buClr>
                <a:schemeClr val="lt1"/>
              </a:buClr>
              <a:buSzPts val="8000"/>
              <a:buNone/>
              <a:defRPr sz="8000">
                <a:solidFill>
                  <a:schemeClr val="lt1"/>
                </a:solidFill>
              </a:defRPr>
            </a:lvl8pPr>
            <a:lvl9pPr lvl="8" algn="ctr">
              <a:spcBef>
                <a:spcPts val="0"/>
              </a:spcBef>
              <a:spcAft>
                <a:spcPts val="0"/>
              </a:spcAft>
              <a:buClr>
                <a:schemeClr val="lt1"/>
              </a:buClr>
              <a:buSzPts val="8000"/>
              <a:buNone/>
              <a:defRPr sz="8000">
                <a:solidFill>
                  <a:schemeClr val="lt1"/>
                </a:solidFill>
              </a:defRPr>
            </a:lvl9pPr>
          </a:lstStyle>
          <a:p>
            <a:r>
              <a:t>xx%</a:t>
            </a:r>
          </a:p>
        </p:txBody>
      </p:sp>
      <p:sp>
        <p:nvSpPr>
          <p:cNvPr id="269" name="Google Shape;269;p11"/>
          <p:cNvSpPr txBox="1"/>
          <p:nvPr>
            <p:ph idx="1" type="body"/>
          </p:nvPr>
        </p:nvSpPr>
        <p:spPr>
          <a:xfrm>
            <a:off x="1388625" y="2712300"/>
            <a:ext cx="6366900" cy="1111200"/>
          </a:xfrm>
          <a:prstGeom prst="rect">
            <a:avLst/>
          </a:prstGeom>
        </p:spPr>
        <p:txBody>
          <a:bodyPr anchorCtr="0" anchor="t" bIns="91425" lIns="91425" spcFirstLastPara="1" rIns="91425" wrap="square" tIns="91425">
            <a:noAutofit/>
          </a:bodyPr>
          <a:lstStyle>
            <a:lvl1pPr indent="-311150" lvl="0" marL="457200" algn="ctr">
              <a:spcBef>
                <a:spcPts val="0"/>
              </a:spcBef>
              <a:spcAft>
                <a:spcPts val="0"/>
              </a:spcAft>
              <a:buClr>
                <a:schemeClr val="lt1"/>
              </a:buClr>
              <a:buSzPts val="1300"/>
              <a:buChar char="●"/>
              <a:defRPr>
                <a:solidFill>
                  <a:schemeClr val="lt1"/>
                </a:solidFill>
              </a:defRPr>
            </a:lvl1pPr>
            <a:lvl2pPr indent="-298450" lvl="1" marL="914400" algn="ctr">
              <a:spcBef>
                <a:spcPts val="1600"/>
              </a:spcBef>
              <a:spcAft>
                <a:spcPts val="0"/>
              </a:spcAft>
              <a:buClr>
                <a:schemeClr val="lt1"/>
              </a:buClr>
              <a:buSzPts val="1100"/>
              <a:buChar char="○"/>
              <a:defRPr>
                <a:solidFill>
                  <a:schemeClr val="lt1"/>
                </a:solidFill>
              </a:defRPr>
            </a:lvl2pPr>
            <a:lvl3pPr indent="-298450" lvl="2" marL="1371600" algn="ctr">
              <a:spcBef>
                <a:spcPts val="1600"/>
              </a:spcBef>
              <a:spcAft>
                <a:spcPts val="0"/>
              </a:spcAft>
              <a:buClr>
                <a:schemeClr val="lt1"/>
              </a:buClr>
              <a:buSzPts val="1100"/>
              <a:buChar char="■"/>
              <a:defRPr>
                <a:solidFill>
                  <a:schemeClr val="lt1"/>
                </a:solidFill>
              </a:defRPr>
            </a:lvl3pPr>
            <a:lvl4pPr indent="-298450" lvl="3" marL="1828800" algn="ctr">
              <a:spcBef>
                <a:spcPts val="1600"/>
              </a:spcBef>
              <a:spcAft>
                <a:spcPts val="0"/>
              </a:spcAft>
              <a:buClr>
                <a:schemeClr val="lt1"/>
              </a:buClr>
              <a:buSzPts val="1100"/>
              <a:buChar char="●"/>
              <a:defRPr>
                <a:solidFill>
                  <a:schemeClr val="lt1"/>
                </a:solidFill>
              </a:defRPr>
            </a:lvl4pPr>
            <a:lvl5pPr indent="-298450" lvl="4" marL="2286000" algn="ctr">
              <a:spcBef>
                <a:spcPts val="1600"/>
              </a:spcBef>
              <a:spcAft>
                <a:spcPts val="0"/>
              </a:spcAft>
              <a:buClr>
                <a:schemeClr val="lt1"/>
              </a:buClr>
              <a:buSzPts val="1100"/>
              <a:buChar char="○"/>
              <a:defRPr>
                <a:solidFill>
                  <a:schemeClr val="lt1"/>
                </a:solidFill>
              </a:defRPr>
            </a:lvl5pPr>
            <a:lvl6pPr indent="-298450" lvl="5" marL="2743200" algn="ctr">
              <a:spcBef>
                <a:spcPts val="1600"/>
              </a:spcBef>
              <a:spcAft>
                <a:spcPts val="0"/>
              </a:spcAft>
              <a:buClr>
                <a:schemeClr val="lt1"/>
              </a:buClr>
              <a:buSzPts val="1100"/>
              <a:buChar char="■"/>
              <a:defRPr>
                <a:solidFill>
                  <a:schemeClr val="lt1"/>
                </a:solidFill>
              </a:defRPr>
            </a:lvl6pPr>
            <a:lvl7pPr indent="-298450" lvl="6" marL="3200400" algn="ctr">
              <a:spcBef>
                <a:spcPts val="1600"/>
              </a:spcBef>
              <a:spcAft>
                <a:spcPts val="0"/>
              </a:spcAft>
              <a:buClr>
                <a:schemeClr val="lt1"/>
              </a:buClr>
              <a:buSzPts val="1100"/>
              <a:buChar char="●"/>
              <a:defRPr>
                <a:solidFill>
                  <a:schemeClr val="lt1"/>
                </a:solidFill>
              </a:defRPr>
            </a:lvl7pPr>
            <a:lvl8pPr indent="-298450" lvl="7" marL="3657600" algn="ctr">
              <a:spcBef>
                <a:spcPts val="1600"/>
              </a:spcBef>
              <a:spcAft>
                <a:spcPts val="0"/>
              </a:spcAft>
              <a:buClr>
                <a:schemeClr val="lt1"/>
              </a:buClr>
              <a:buSzPts val="1100"/>
              <a:buChar char="○"/>
              <a:defRPr>
                <a:solidFill>
                  <a:schemeClr val="lt1"/>
                </a:solidFill>
              </a:defRPr>
            </a:lvl8pPr>
            <a:lvl9pPr indent="-298450" lvl="8" marL="4114800" algn="ctr">
              <a:spcBef>
                <a:spcPts val="1600"/>
              </a:spcBef>
              <a:spcAft>
                <a:spcPts val="1600"/>
              </a:spcAft>
              <a:buClr>
                <a:schemeClr val="lt1"/>
              </a:buClr>
              <a:buSzPts val="1100"/>
              <a:buChar char="■"/>
              <a:defRPr>
                <a:solidFill>
                  <a:schemeClr val="lt1"/>
                </a:solidFill>
              </a:defRPr>
            </a:lvl9pPr>
          </a:lstStyle>
          <a:p/>
        </p:txBody>
      </p:sp>
      <p:sp>
        <p:nvSpPr>
          <p:cNvPr id="270" name="Google Shape;270;p11"/>
          <p:cNvSpPr txBox="1"/>
          <p:nvPr>
            <p:ph idx="12" type="sldNum"/>
          </p:nvPr>
        </p:nvSpPr>
        <p:spPr>
          <a:xfrm>
            <a:off x="8451046" y="4736976"/>
            <a:ext cx="548700" cy="393600"/>
          </a:xfrm>
          <a:prstGeom prst="rect">
            <a:avLst/>
          </a:prstGeom>
        </p:spPr>
        <p:txBody>
          <a:bodyPr anchorCtr="0" anchor="ctr" bIns="91425" lIns="91425" spcFirstLastPara="1" rIns="91425" wrap="square" tIns="91425">
            <a:no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271" name="Shape 271"/>
        <p:cNvGrpSpPr/>
        <p:nvPr/>
      </p:nvGrpSpPr>
      <p:grpSpPr>
        <a:xfrm>
          <a:off x="0" y="0"/>
          <a:ext cx="0" cy="0"/>
          <a:chOff x="0" y="0"/>
          <a:chExt cx="0" cy="0"/>
        </a:xfrm>
      </p:grpSpPr>
      <p:sp>
        <p:nvSpPr>
          <p:cNvPr id="272" name="Google Shape;272;p12"/>
          <p:cNvSpPr txBox="1"/>
          <p:nvPr>
            <p:ph idx="12" type="sldNum"/>
          </p:nvPr>
        </p:nvSpPr>
        <p:spPr>
          <a:xfrm>
            <a:off x="8451046" y="4736976"/>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momentum">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Clr>
                <a:schemeClr val="dk2"/>
              </a:buClr>
              <a:buSzPts val="2800"/>
              <a:buFont typeface="Maven Pro"/>
              <a:buNone/>
              <a:defRPr b="1" sz="2800">
                <a:solidFill>
                  <a:schemeClr val="dk2"/>
                </a:solidFill>
                <a:latin typeface="Maven Pro"/>
                <a:ea typeface="Maven Pro"/>
                <a:cs typeface="Maven Pro"/>
                <a:sym typeface="Maven Pro"/>
              </a:defRPr>
            </a:lvl1pPr>
            <a:lvl2pPr lvl="1">
              <a:spcBef>
                <a:spcPts val="0"/>
              </a:spcBef>
              <a:spcAft>
                <a:spcPts val="0"/>
              </a:spcAft>
              <a:buClr>
                <a:schemeClr val="dk2"/>
              </a:buClr>
              <a:buSzPts val="2800"/>
              <a:buFont typeface="Maven Pro"/>
              <a:buNone/>
              <a:defRPr b="1" sz="2800">
                <a:solidFill>
                  <a:schemeClr val="dk2"/>
                </a:solidFill>
                <a:latin typeface="Maven Pro"/>
                <a:ea typeface="Maven Pro"/>
                <a:cs typeface="Maven Pro"/>
                <a:sym typeface="Maven Pro"/>
              </a:defRPr>
            </a:lvl2pPr>
            <a:lvl3pPr lvl="2">
              <a:spcBef>
                <a:spcPts val="0"/>
              </a:spcBef>
              <a:spcAft>
                <a:spcPts val="0"/>
              </a:spcAft>
              <a:buClr>
                <a:schemeClr val="dk2"/>
              </a:buClr>
              <a:buSzPts val="2800"/>
              <a:buFont typeface="Maven Pro"/>
              <a:buNone/>
              <a:defRPr b="1" sz="2800">
                <a:solidFill>
                  <a:schemeClr val="dk2"/>
                </a:solidFill>
                <a:latin typeface="Maven Pro"/>
                <a:ea typeface="Maven Pro"/>
                <a:cs typeface="Maven Pro"/>
                <a:sym typeface="Maven Pro"/>
              </a:defRPr>
            </a:lvl3pPr>
            <a:lvl4pPr lvl="3">
              <a:spcBef>
                <a:spcPts val="0"/>
              </a:spcBef>
              <a:spcAft>
                <a:spcPts val="0"/>
              </a:spcAft>
              <a:buClr>
                <a:schemeClr val="dk2"/>
              </a:buClr>
              <a:buSzPts val="2800"/>
              <a:buFont typeface="Maven Pro"/>
              <a:buNone/>
              <a:defRPr b="1" sz="2800">
                <a:solidFill>
                  <a:schemeClr val="dk2"/>
                </a:solidFill>
                <a:latin typeface="Maven Pro"/>
                <a:ea typeface="Maven Pro"/>
                <a:cs typeface="Maven Pro"/>
                <a:sym typeface="Maven Pro"/>
              </a:defRPr>
            </a:lvl4pPr>
            <a:lvl5pPr lvl="4">
              <a:spcBef>
                <a:spcPts val="0"/>
              </a:spcBef>
              <a:spcAft>
                <a:spcPts val="0"/>
              </a:spcAft>
              <a:buClr>
                <a:schemeClr val="dk2"/>
              </a:buClr>
              <a:buSzPts val="2800"/>
              <a:buFont typeface="Maven Pro"/>
              <a:buNone/>
              <a:defRPr b="1" sz="2800">
                <a:solidFill>
                  <a:schemeClr val="dk2"/>
                </a:solidFill>
                <a:latin typeface="Maven Pro"/>
                <a:ea typeface="Maven Pro"/>
                <a:cs typeface="Maven Pro"/>
                <a:sym typeface="Maven Pro"/>
              </a:defRPr>
            </a:lvl5pPr>
            <a:lvl6pPr lvl="5">
              <a:spcBef>
                <a:spcPts val="0"/>
              </a:spcBef>
              <a:spcAft>
                <a:spcPts val="0"/>
              </a:spcAft>
              <a:buClr>
                <a:schemeClr val="dk2"/>
              </a:buClr>
              <a:buSzPts val="2800"/>
              <a:buFont typeface="Maven Pro"/>
              <a:buNone/>
              <a:defRPr b="1" sz="2800">
                <a:solidFill>
                  <a:schemeClr val="dk2"/>
                </a:solidFill>
                <a:latin typeface="Maven Pro"/>
                <a:ea typeface="Maven Pro"/>
                <a:cs typeface="Maven Pro"/>
                <a:sym typeface="Maven Pro"/>
              </a:defRPr>
            </a:lvl6pPr>
            <a:lvl7pPr lvl="6">
              <a:spcBef>
                <a:spcPts val="0"/>
              </a:spcBef>
              <a:spcAft>
                <a:spcPts val="0"/>
              </a:spcAft>
              <a:buClr>
                <a:schemeClr val="dk2"/>
              </a:buClr>
              <a:buSzPts val="2800"/>
              <a:buFont typeface="Maven Pro"/>
              <a:buNone/>
              <a:defRPr b="1" sz="2800">
                <a:solidFill>
                  <a:schemeClr val="dk2"/>
                </a:solidFill>
                <a:latin typeface="Maven Pro"/>
                <a:ea typeface="Maven Pro"/>
                <a:cs typeface="Maven Pro"/>
                <a:sym typeface="Maven Pro"/>
              </a:defRPr>
            </a:lvl7pPr>
            <a:lvl8pPr lvl="7">
              <a:spcBef>
                <a:spcPts val="0"/>
              </a:spcBef>
              <a:spcAft>
                <a:spcPts val="0"/>
              </a:spcAft>
              <a:buClr>
                <a:schemeClr val="dk2"/>
              </a:buClr>
              <a:buSzPts val="2800"/>
              <a:buFont typeface="Maven Pro"/>
              <a:buNone/>
              <a:defRPr b="1" sz="2800">
                <a:solidFill>
                  <a:schemeClr val="dk2"/>
                </a:solidFill>
                <a:latin typeface="Maven Pro"/>
                <a:ea typeface="Maven Pro"/>
                <a:cs typeface="Maven Pro"/>
                <a:sym typeface="Maven Pro"/>
              </a:defRPr>
            </a:lvl8pPr>
            <a:lvl9pPr lvl="8">
              <a:spcBef>
                <a:spcPts val="0"/>
              </a:spcBef>
              <a:spcAft>
                <a:spcPts val="0"/>
              </a:spcAft>
              <a:buClr>
                <a:schemeClr val="dk2"/>
              </a:buClr>
              <a:buSzPts val="2800"/>
              <a:buFont typeface="Maven Pro"/>
              <a:buNone/>
              <a:defRPr b="1" sz="2800">
                <a:solidFill>
                  <a:schemeClr val="dk2"/>
                </a:solidFill>
                <a:latin typeface="Maven Pro"/>
                <a:ea typeface="Maven Pro"/>
                <a:cs typeface="Maven Pro"/>
                <a:sym typeface="Maven Pro"/>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11150" lvl="0" marL="457200">
              <a:lnSpc>
                <a:spcPct val="115000"/>
              </a:lnSpc>
              <a:spcBef>
                <a:spcPts val="0"/>
              </a:spcBef>
              <a:spcAft>
                <a:spcPts val="0"/>
              </a:spcAft>
              <a:buClr>
                <a:schemeClr val="dk2"/>
              </a:buClr>
              <a:buSzPts val="1300"/>
              <a:buFont typeface="Nunito"/>
              <a:buChar char="●"/>
              <a:defRPr sz="1300">
                <a:solidFill>
                  <a:schemeClr val="dk2"/>
                </a:solidFill>
                <a:latin typeface="Nunito"/>
                <a:ea typeface="Nunito"/>
                <a:cs typeface="Nunito"/>
                <a:sym typeface="Nunito"/>
              </a:defRPr>
            </a:lvl1pPr>
            <a:lvl2pPr indent="-298450" lvl="1" marL="914400">
              <a:lnSpc>
                <a:spcPct val="115000"/>
              </a:lnSpc>
              <a:spcBef>
                <a:spcPts val="1600"/>
              </a:spcBef>
              <a:spcAft>
                <a:spcPts val="0"/>
              </a:spcAft>
              <a:buClr>
                <a:schemeClr val="dk2"/>
              </a:buClr>
              <a:buSzPts val="1100"/>
              <a:buFont typeface="Nunito"/>
              <a:buChar char="○"/>
              <a:defRPr sz="1100">
                <a:solidFill>
                  <a:schemeClr val="dk2"/>
                </a:solidFill>
                <a:latin typeface="Nunito"/>
                <a:ea typeface="Nunito"/>
                <a:cs typeface="Nunito"/>
                <a:sym typeface="Nunito"/>
              </a:defRPr>
            </a:lvl2pPr>
            <a:lvl3pPr indent="-298450" lvl="2" marL="1371600">
              <a:lnSpc>
                <a:spcPct val="115000"/>
              </a:lnSpc>
              <a:spcBef>
                <a:spcPts val="1600"/>
              </a:spcBef>
              <a:spcAft>
                <a:spcPts val="0"/>
              </a:spcAft>
              <a:buClr>
                <a:schemeClr val="dk2"/>
              </a:buClr>
              <a:buSzPts val="1100"/>
              <a:buFont typeface="Nunito"/>
              <a:buChar char="■"/>
              <a:defRPr sz="1100">
                <a:solidFill>
                  <a:schemeClr val="dk2"/>
                </a:solidFill>
                <a:latin typeface="Nunito"/>
                <a:ea typeface="Nunito"/>
                <a:cs typeface="Nunito"/>
                <a:sym typeface="Nunito"/>
              </a:defRPr>
            </a:lvl3pPr>
            <a:lvl4pPr indent="-298450" lvl="3" marL="1828800">
              <a:lnSpc>
                <a:spcPct val="115000"/>
              </a:lnSpc>
              <a:spcBef>
                <a:spcPts val="1600"/>
              </a:spcBef>
              <a:spcAft>
                <a:spcPts val="0"/>
              </a:spcAft>
              <a:buClr>
                <a:schemeClr val="dk2"/>
              </a:buClr>
              <a:buSzPts val="1100"/>
              <a:buFont typeface="Nunito"/>
              <a:buChar char="●"/>
              <a:defRPr sz="1100">
                <a:solidFill>
                  <a:schemeClr val="dk2"/>
                </a:solidFill>
                <a:latin typeface="Nunito"/>
                <a:ea typeface="Nunito"/>
                <a:cs typeface="Nunito"/>
                <a:sym typeface="Nunito"/>
              </a:defRPr>
            </a:lvl4pPr>
            <a:lvl5pPr indent="-298450" lvl="4" marL="2286000">
              <a:lnSpc>
                <a:spcPct val="115000"/>
              </a:lnSpc>
              <a:spcBef>
                <a:spcPts val="1600"/>
              </a:spcBef>
              <a:spcAft>
                <a:spcPts val="0"/>
              </a:spcAft>
              <a:buClr>
                <a:schemeClr val="dk2"/>
              </a:buClr>
              <a:buSzPts val="1100"/>
              <a:buFont typeface="Nunito"/>
              <a:buChar char="○"/>
              <a:defRPr sz="1100">
                <a:solidFill>
                  <a:schemeClr val="dk2"/>
                </a:solidFill>
                <a:latin typeface="Nunito"/>
                <a:ea typeface="Nunito"/>
                <a:cs typeface="Nunito"/>
                <a:sym typeface="Nunito"/>
              </a:defRPr>
            </a:lvl5pPr>
            <a:lvl6pPr indent="-298450" lvl="5" marL="2743200">
              <a:lnSpc>
                <a:spcPct val="115000"/>
              </a:lnSpc>
              <a:spcBef>
                <a:spcPts val="1600"/>
              </a:spcBef>
              <a:spcAft>
                <a:spcPts val="0"/>
              </a:spcAft>
              <a:buClr>
                <a:schemeClr val="dk2"/>
              </a:buClr>
              <a:buSzPts val="1100"/>
              <a:buFont typeface="Nunito"/>
              <a:buChar char="■"/>
              <a:defRPr sz="1100">
                <a:solidFill>
                  <a:schemeClr val="dk2"/>
                </a:solidFill>
                <a:latin typeface="Nunito"/>
                <a:ea typeface="Nunito"/>
                <a:cs typeface="Nunito"/>
                <a:sym typeface="Nunito"/>
              </a:defRPr>
            </a:lvl6pPr>
            <a:lvl7pPr indent="-298450" lvl="6" marL="3200400">
              <a:lnSpc>
                <a:spcPct val="115000"/>
              </a:lnSpc>
              <a:spcBef>
                <a:spcPts val="1600"/>
              </a:spcBef>
              <a:spcAft>
                <a:spcPts val="0"/>
              </a:spcAft>
              <a:buClr>
                <a:schemeClr val="dk2"/>
              </a:buClr>
              <a:buSzPts val="1100"/>
              <a:buFont typeface="Nunito"/>
              <a:buChar char="●"/>
              <a:defRPr sz="1100">
                <a:solidFill>
                  <a:schemeClr val="dk2"/>
                </a:solidFill>
                <a:latin typeface="Nunito"/>
                <a:ea typeface="Nunito"/>
                <a:cs typeface="Nunito"/>
                <a:sym typeface="Nunito"/>
              </a:defRPr>
            </a:lvl7pPr>
            <a:lvl8pPr indent="-298450" lvl="7" marL="3657600">
              <a:lnSpc>
                <a:spcPct val="115000"/>
              </a:lnSpc>
              <a:spcBef>
                <a:spcPts val="1600"/>
              </a:spcBef>
              <a:spcAft>
                <a:spcPts val="0"/>
              </a:spcAft>
              <a:buClr>
                <a:schemeClr val="dk2"/>
              </a:buClr>
              <a:buSzPts val="1100"/>
              <a:buFont typeface="Nunito"/>
              <a:buChar char="○"/>
              <a:defRPr sz="1100">
                <a:solidFill>
                  <a:schemeClr val="dk2"/>
                </a:solidFill>
                <a:latin typeface="Nunito"/>
                <a:ea typeface="Nunito"/>
                <a:cs typeface="Nunito"/>
                <a:sym typeface="Nunito"/>
              </a:defRPr>
            </a:lvl8pPr>
            <a:lvl9pPr indent="-298450" lvl="8" marL="4114800">
              <a:lnSpc>
                <a:spcPct val="115000"/>
              </a:lnSpc>
              <a:spcBef>
                <a:spcPts val="1600"/>
              </a:spcBef>
              <a:spcAft>
                <a:spcPts val="1600"/>
              </a:spcAft>
              <a:buClr>
                <a:schemeClr val="dk2"/>
              </a:buClr>
              <a:buSzPts val="1100"/>
              <a:buFont typeface="Nunito"/>
              <a:buChar char="■"/>
              <a:defRPr sz="1100">
                <a:solidFill>
                  <a:schemeClr val="dk2"/>
                </a:solidFill>
                <a:latin typeface="Nunito"/>
                <a:ea typeface="Nunito"/>
                <a:cs typeface="Nunito"/>
                <a:sym typeface="Nunito"/>
              </a:defRPr>
            </a:lvl9pPr>
          </a:lstStyle>
          <a:p/>
        </p:txBody>
      </p:sp>
      <p:sp>
        <p:nvSpPr>
          <p:cNvPr id="8" name="Google Shape;8;p1"/>
          <p:cNvSpPr txBox="1"/>
          <p:nvPr>
            <p:ph idx="12" type="sldNum"/>
          </p:nvPr>
        </p:nvSpPr>
        <p:spPr>
          <a:xfrm>
            <a:off x="8451046" y="4736976"/>
            <a:ext cx="548700" cy="393600"/>
          </a:xfrm>
          <a:prstGeom prst="rect">
            <a:avLst/>
          </a:prstGeom>
          <a:noFill/>
          <a:ln>
            <a:noFill/>
          </a:ln>
        </p:spPr>
        <p:txBody>
          <a:bodyPr anchorCtr="0" anchor="ctr" bIns="91425" lIns="91425" spcFirstLastPara="1" rIns="91425" wrap="square" tIns="91425">
            <a:noAutofit/>
          </a:bodyPr>
          <a:lstStyle>
            <a:lvl1pPr lvl="0" algn="r">
              <a:buNone/>
              <a:defRPr sz="900">
                <a:solidFill>
                  <a:schemeClr val="dk2"/>
                </a:solidFill>
                <a:latin typeface="Nunito"/>
                <a:ea typeface="Nunito"/>
                <a:cs typeface="Nunito"/>
                <a:sym typeface="Nunito"/>
              </a:defRPr>
            </a:lvl1pPr>
            <a:lvl2pPr lvl="1" algn="r">
              <a:buNone/>
              <a:defRPr sz="900">
                <a:solidFill>
                  <a:schemeClr val="dk2"/>
                </a:solidFill>
                <a:latin typeface="Nunito"/>
                <a:ea typeface="Nunito"/>
                <a:cs typeface="Nunito"/>
                <a:sym typeface="Nunito"/>
              </a:defRPr>
            </a:lvl2pPr>
            <a:lvl3pPr lvl="2" algn="r">
              <a:buNone/>
              <a:defRPr sz="900">
                <a:solidFill>
                  <a:schemeClr val="dk2"/>
                </a:solidFill>
                <a:latin typeface="Nunito"/>
                <a:ea typeface="Nunito"/>
                <a:cs typeface="Nunito"/>
                <a:sym typeface="Nunito"/>
              </a:defRPr>
            </a:lvl3pPr>
            <a:lvl4pPr lvl="3" algn="r">
              <a:buNone/>
              <a:defRPr sz="900">
                <a:solidFill>
                  <a:schemeClr val="dk2"/>
                </a:solidFill>
                <a:latin typeface="Nunito"/>
                <a:ea typeface="Nunito"/>
                <a:cs typeface="Nunito"/>
                <a:sym typeface="Nunito"/>
              </a:defRPr>
            </a:lvl4pPr>
            <a:lvl5pPr lvl="4" algn="r">
              <a:buNone/>
              <a:defRPr sz="900">
                <a:solidFill>
                  <a:schemeClr val="dk2"/>
                </a:solidFill>
                <a:latin typeface="Nunito"/>
                <a:ea typeface="Nunito"/>
                <a:cs typeface="Nunito"/>
                <a:sym typeface="Nunito"/>
              </a:defRPr>
            </a:lvl5pPr>
            <a:lvl6pPr lvl="5" algn="r">
              <a:buNone/>
              <a:defRPr sz="900">
                <a:solidFill>
                  <a:schemeClr val="dk2"/>
                </a:solidFill>
                <a:latin typeface="Nunito"/>
                <a:ea typeface="Nunito"/>
                <a:cs typeface="Nunito"/>
                <a:sym typeface="Nunito"/>
              </a:defRPr>
            </a:lvl6pPr>
            <a:lvl7pPr lvl="6" algn="r">
              <a:buNone/>
              <a:defRPr sz="900">
                <a:solidFill>
                  <a:schemeClr val="dk2"/>
                </a:solidFill>
                <a:latin typeface="Nunito"/>
                <a:ea typeface="Nunito"/>
                <a:cs typeface="Nunito"/>
                <a:sym typeface="Nunito"/>
              </a:defRPr>
            </a:lvl7pPr>
            <a:lvl8pPr lvl="7" algn="r">
              <a:buNone/>
              <a:defRPr sz="900">
                <a:solidFill>
                  <a:schemeClr val="dk2"/>
                </a:solidFill>
                <a:latin typeface="Nunito"/>
                <a:ea typeface="Nunito"/>
                <a:cs typeface="Nunito"/>
                <a:sym typeface="Nunito"/>
              </a:defRPr>
            </a:lvl8pPr>
            <a:lvl9pPr lvl="8" algn="r">
              <a:buNone/>
              <a:defRPr sz="900">
                <a:solidFill>
                  <a:schemeClr val="dk2"/>
                </a:solidFill>
                <a:latin typeface="Nunito"/>
                <a:ea typeface="Nunito"/>
                <a:cs typeface="Nunito"/>
                <a:sym typeface="Nunito"/>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xml"/><Relationship Id="rId3" Type="http://schemas.openxmlformats.org/officeDocument/2006/relationships/image" Target="../media/image2.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3.xml"/><Relationship Id="rId3" Type="http://schemas.openxmlformats.org/officeDocument/2006/relationships/image" Target="../media/image4.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5.xml"/><Relationship Id="rId3"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7.xml"/><Relationship Id="rId3" Type="http://schemas.openxmlformats.org/officeDocument/2006/relationships/image" Target="../media/image3.jp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276" name="Shape 276"/>
        <p:cNvGrpSpPr/>
        <p:nvPr/>
      </p:nvGrpSpPr>
      <p:grpSpPr>
        <a:xfrm>
          <a:off x="0" y="0"/>
          <a:ext cx="0" cy="0"/>
          <a:chOff x="0" y="0"/>
          <a:chExt cx="0" cy="0"/>
        </a:xfrm>
      </p:grpSpPr>
      <p:sp>
        <p:nvSpPr>
          <p:cNvPr id="277" name="Google Shape;277;p13"/>
          <p:cNvSpPr txBox="1"/>
          <p:nvPr>
            <p:ph idx="4294967295" type="ctrTitle"/>
          </p:nvPr>
        </p:nvSpPr>
        <p:spPr>
          <a:xfrm>
            <a:off x="986400" y="4293450"/>
            <a:ext cx="7171200" cy="695400"/>
          </a:xfrm>
          <a:prstGeom prst="rect">
            <a:avLst/>
          </a:prstGeom>
        </p:spPr>
        <p:txBody>
          <a:bodyPr anchorCtr="0" anchor="t" bIns="91425" lIns="91425" spcFirstLastPara="1" rIns="91425" wrap="square" tIns="91425">
            <a:noAutofit/>
          </a:bodyPr>
          <a:lstStyle/>
          <a:p>
            <a:pPr indent="457200" lvl="0" marL="914400" rtl="0" algn="l">
              <a:spcBef>
                <a:spcPts val="0"/>
              </a:spcBef>
              <a:spcAft>
                <a:spcPts val="0"/>
              </a:spcAft>
              <a:buNone/>
            </a:pPr>
            <a:r>
              <a:rPr lang="en" sz="2800">
                <a:solidFill>
                  <a:srgbClr val="000000"/>
                </a:solidFill>
                <a:latin typeface="Times New Roman"/>
                <a:ea typeface="Times New Roman"/>
                <a:cs typeface="Times New Roman"/>
                <a:sym typeface="Times New Roman"/>
              </a:rPr>
              <a:t>VODAFONE UK UPSELL</a:t>
            </a:r>
            <a:endParaRPr sz="2800">
              <a:solidFill>
                <a:srgbClr val="000000"/>
              </a:solidFill>
              <a:latin typeface="Times New Roman"/>
              <a:ea typeface="Times New Roman"/>
              <a:cs typeface="Times New Roman"/>
              <a:sym typeface="Times New Roman"/>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81" name="Shape 281"/>
        <p:cNvGrpSpPr/>
        <p:nvPr/>
      </p:nvGrpSpPr>
      <p:grpSpPr>
        <a:xfrm>
          <a:off x="0" y="0"/>
          <a:ext cx="0" cy="0"/>
          <a:chOff x="0" y="0"/>
          <a:chExt cx="0" cy="0"/>
        </a:xfrm>
      </p:grpSpPr>
      <p:sp>
        <p:nvSpPr>
          <p:cNvPr id="282" name="Google Shape;282;p14"/>
          <p:cNvSpPr txBox="1"/>
          <p:nvPr>
            <p:ph type="title"/>
          </p:nvPr>
        </p:nvSpPr>
        <p:spPr>
          <a:xfrm>
            <a:off x="789275" y="481825"/>
            <a:ext cx="7014600" cy="4689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sz="2400">
                <a:solidFill>
                  <a:srgbClr val="000000"/>
                </a:solidFill>
                <a:latin typeface="Times New Roman"/>
                <a:ea typeface="Times New Roman"/>
                <a:cs typeface="Times New Roman"/>
                <a:sym typeface="Times New Roman"/>
              </a:rPr>
              <a:t>Problem Definition:</a:t>
            </a:r>
            <a:endParaRPr sz="2400">
              <a:solidFill>
                <a:srgbClr val="000000"/>
              </a:solidFill>
              <a:latin typeface="Times New Roman"/>
              <a:ea typeface="Times New Roman"/>
              <a:cs typeface="Times New Roman"/>
              <a:sym typeface="Times New Roman"/>
            </a:endParaRPr>
          </a:p>
        </p:txBody>
      </p:sp>
      <p:sp>
        <p:nvSpPr>
          <p:cNvPr id="283" name="Google Shape;283;p14"/>
          <p:cNvSpPr txBox="1"/>
          <p:nvPr>
            <p:ph idx="1" type="body"/>
          </p:nvPr>
        </p:nvSpPr>
        <p:spPr>
          <a:xfrm>
            <a:off x="789275" y="1266900"/>
            <a:ext cx="7014600" cy="2340000"/>
          </a:xfrm>
          <a:prstGeom prst="rect">
            <a:avLst/>
          </a:prstGeom>
        </p:spPr>
        <p:txBody>
          <a:bodyPr anchorCtr="0" anchor="t" bIns="91425" lIns="91425" spcFirstLastPara="1" rIns="91425" wrap="square" tIns="91425">
            <a:noAutofit/>
          </a:bodyPr>
          <a:lstStyle/>
          <a:p>
            <a:pPr indent="457200" lvl="0" marL="0" rtl="0" algn="l">
              <a:spcBef>
                <a:spcPts val="0"/>
              </a:spcBef>
              <a:spcAft>
                <a:spcPts val="1600"/>
              </a:spcAft>
              <a:buNone/>
            </a:pPr>
            <a:r>
              <a:rPr lang="en" sz="2200">
                <a:solidFill>
                  <a:srgbClr val="000000"/>
                </a:solidFill>
                <a:latin typeface="Times New Roman"/>
                <a:ea typeface="Times New Roman"/>
                <a:cs typeface="Times New Roman"/>
                <a:sym typeface="Times New Roman"/>
              </a:rPr>
              <a:t>Vodafone UK would like to segment the customers to upgrade the probable customers with higher bandwidth internet connect connection.Vodafone would like to find out the customers so that they can target well for getting higher conversion rate and reduces marketing budget.</a:t>
            </a:r>
            <a:endParaRPr sz="2200">
              <a:solidFill>
                <a:srgbClr val="000000"/>
              </a:solidFill>
              <a:latin typeface="Times New Roman"/>
              <a:ea typeface="Times New Roman"/>
              <a:cs typeface="Times New Roman"/>
              <a:sym typeface="Times New Roman"/>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287" name="Shape 287"/>
        <p:cNvGrpSpPr/>
        <p:nvPr/>
      </p:nvGrpSpPr>
      <p:grpSpPr>
        <a:xfrm>
          <a:off x="0" y="0"/>
          <a:ext cx="0" cy="0"/>
          <a:chOff x="0" y="0"/>
          <a:chExt cx="0" cy="0"/>
        </a:xfrm>
      </p:grpSpPr>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91" name="Shape 291"/>
        <p:cNvGrpSpPr/>
        <p:nvPr/>
      </p:nvGrpSpPr>
      <p:grpSpPr>
        <a:xfrm>
          <a:off x="0" y="0"/>
          <a:ext cx="0" cy="0"/>
          <a:chOff x="0" y="0"/>
          <a:chExt cx="0" cy="0"/>
        </a:xfrm>
      </p:grpSpPr>
      <p:sp>
        <p:nvSpPr>
          <p:cNvPr id="292" name="Google Shape;292;p16"/>
          <p:cNvSpPr txBox="1"/>
          <p:nvPr>
            <p:ph type="title"/>
          </p:nvPr>
        </p:nvSpPr>
        <p:spPr>
          <a:xfrm>
            <a:off x="802575" y="500125"/>
            <a:ext cx="6366900" cy="5025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sz="2400">
                <a:solidFill>
                  <a:srgbClr val="000000"/>
                </a:solidFill>
                <a:latin typeface="Times New Roman"/>
                <a:ea typeface="Times New Roman"/>
                <a:cs typeface="Times New Roman"/>
                <a:sym typeface="Times New Roman"/>
              </a:rPr>
              <a:t>Assessing the problem:	</a:t>
            </a:r>
            <a:endParaRPr sz="2400">
              <a:solidFill>
                <a:srgbClr val="000000"/>
              </a:solidFill>
              <a:latin typeface="Times New Roman"/>
              <a:ea typeface="Times New Roman"/>
              <a:cs typeface="Times New Roman"/>
              <a:sym typeface="Times New Roman"/>
            </a:endParaRPr>
          </a:p>
        </p:txBody>
      </p:sp>
      <p:grpSp>
        <p:nvGrpSpPr>
          <p:cNvPr id="293" name="Google Shape;293;p16"/>
          <p:cNvGrpSpPr/>
          <p:nvPr/>
        </p:nvGrpSpPr>
        <p:grpSpPr>
          <a:xfrm>
            <a:off x="906750" y="1237050"/>
            <a:ext cx="7830800" cy="2799700"/>
            <a:chOff x="906750" y="1237050"/>
            <a:chExt cx="7830800" cy="2799700"/>
          </a:xfrm>
        </p:grpSpPr>
        <p:sp>
          <p:nvSpPr>
            <p:cNvPr id="294" name="Google Shape;294;p16"/>
            <p:cNvSpPr/>
            <p:nvPr/>
          </p:nvSpPr>
          <p:spPr>
            <a:xfrm>
              <a:off x="906750" y="2213650"/>
              <a:ext cx="2304900" cy="18231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a:latin typeface="Times New Roman"/>
                  <a:ea typeface="Times New Roman"/>
                  <a:cs typeface="Times New Roman"/>
                  <a:sym typeface="Times New Roman"/>
                </a:rPr>
                <a:t>Current situation:</a:t>
              </a:r>
              <a:endParaRPr>
                <a:latin typeface="Times New Roman"/>
                <a:ea typeface="Times New Roman"/>
                <a:cs typeface="Times New Roman"/>
                <a:sym typeface="Times New Roman"/>
              </a:endParaRPr>
            </a:p>
            <a:p>
              <a:pPr indent="0" lvl="0" marL="0" rtl="0" algn="l">
                <a:spcBef>
                  <a:spcPts val="0"/>
                </a:spcBef>
                <a:spcAft>
                  <a:spcPts val="0"/>
                </a:spcAft>
                <a:buNone/>
              </a:pPr>
              <a:r>
                <a:rPr lang="en">
                  <a:latin typeface="Times New Roman"/>
                  <a:ea typeface="Times New Roman"/>
                  <a:cs typeface="Times New Roman"/>
                  <a:sym typeface="Times New Roman"/>
                </a:rPr>
                <a:t>	Customers are not aware of the plans that would suit them better and satisfying.</a:t>
              </a:r>
              <a:endParaRPr>
                <a:latin typeface="Times New Roman"/>
                <a:ea typeface="Times New Roman"/>
                <a:cs typeface="Times New Roman"/>
                <a:sym typeface="Times New Roman"/>
              </a:endParaRPr>
            </a:p>
          </p:txBody>
        </p:sp>
        <p:sp>
          <p:nvSpPr>
            <p:cNvPr id="295" name="Google Shape;295;p16"/>
            <p:cNvSpPr/>
            <p:nvPr/>
          </p:nvSpPr>
          <p:spPr>
            <a:xfrm>
              <a:off x="3669688" y="1237050"/>
              <a:ext cx="2304900" cy="18231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a:latin typeface="Times New Roman"/>
                  <a:ea typeface="Times New Roman"/>
                  <a:cs typeface="Times New Roman"/>
                  <a:sym typeface="Times New Roman"/>
                </a:rPr>
                <a:t>Complication:</a:t>
              </a:r>
              <a:endParaRPr>
                <a:latin typeface="Times New Roman"/>
                <a:ea typeface="Times New Roman"/>
                <a:cs typeface="Times New Roman"/>
                <a:sym typeface="Times New Roman"/>
              </a:endParaRPr>
            </a:p>
            <a:p>
              <a:pPr indent="0" lvl="0" marL="0" rtl="0" algn="l">
                <a:spcBef>
                  <a:spcPts val="0"/>
                </a:spcBef>
                <a:spcAft>
                  <a:spcPts val="0"/>
                </a:spcAft>
                <a:buNone/>
              </a:pPr>
              <a:r>
                <a:rPr lang="en">
                  <a:latin typeface="Times New Roman"/>
                  <a:ea typeface="Times New Roman"/>
                  <a:cs typeface="Times New Roman"/>
                  <a:sym typeface="Times New Roman"/>
                </a:rPr>
                <a:t>	Client(Vodafone) is unable to identify the customers who would wish to upgrade their plans.</a:t>
              </a:r>
              <a:endParaRPr>
                <a:latin typeface="Times New Roman"/>
                <a:ea typeface="Times New Roman"/>
                <a:cs typeface="Times New Roman"/>
                <a:sym typeface="Times New Roman"/>
              </a:endParaRPr>
            </a:p>
          </p:txBody>
        </p:sp>
        <p:sp>
          <p:nvSpPr>
            <p:cNvPr id="296" name="Google Shape;296;p16"/>
            <p:cNvSpPr/>
            <p:nvPr/>
          </p:nvSpPr>
          <p:spPr>
            <a:xfrm>
              <a:off x="6432650" y="2213650"/>
              <a:ext cx="2304900" cy="18231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a:latin typeface="Times New Roman"/>
                  <a:ea typeface="Times New Roman"/>
                  <a:cs typeface="Times New Roman"/>
                  <a:sym typeface="Times New Roman"/>
                </a:rPr>
                <a:t>Desired state:</a:t>
              </a:r>
              <a:endParaRPr>
                <a:latin typeface="Times New Roman"/>
                <a:ea typeface="Times New Roman"/>
                <a:cs typeface="Times New Roman"/>
                <a:sym typeface="Times New Roman"/>
              </a:endParaRPr>
            </a:p>
            <a:p>
              <a:pPr indent="0" lvl="0" marL="0" rtl="0" algn="l">
                <a:spcBef>
                  <a:spcPts val="0"/>
                </a:spcBef>
                <a:spcAft>
                  <a:spcPts val="0"/>
                </a:spcAft>
                <a:buNone/>
              </a:pPr>
              <a:r>
                <a:rPr lang="en">
                  <a:latin typeface="Times New Roman"/>
                  <a:ea typeface="Times New Roman"/>
                  <a:cs typeface="Times New Roman"/>
                  <a:sym typeface="Times New Roman"/>
                </a:rPr>
                <a:t>	Client will be able to identify their customer and help them upgrade their plans there by, satisfying their customer needs and reducing their marketing budget.</a:t>
              </a:r>
              <a:endParaRPr>
                <a:latin typeface="Times New Roman"/>
                <a:ea typeface="Times New Roman"/>
                <a:cs typeface="Times New Roman"/>
                <a:sym typeface="Times New Roman"/>
              </a:endParaRPr>
            </a:p>
          </p:txBody>
        </p:sp>
        <p:cxnSp>
          <p:nvCxnSpPr>
            <p:cNvPr id="297" name="Google Shape;297;p16"/>
            <p:cNvCxnSpPr>
              <a:endCxn id="296" idx="1"/>
            </p:cNvCxnSpPr>
            <p:nvPr/>
          </p:nvCxnSpPr>
          <p:spPr>
            <a:xfrm>
              <a:off x="3216350" y="3125200"/>
              <a:ext cx="3216300" cy="0"/>
            </a:xfrm>
            <a:prstGeom prst="straightConnector1">
              <a:avLst/>
            </a:prstGeom>
            <a:noFill/>
            <a:ln cap="flat" cmpd="sng" w="9525">
              <a:solidFill>
                <a:schemeClr val="dk2"/>
              </a:solidFill>
              <a:prstDash val="solid"/>
              <a:round/>
              <a:headEnd len="med" w="med" type="none"/>
              <a:tailEnd len="med" w="med" type="triangle"/>
            </a:ln>
          </p:spPr>
        </p:cxnSp>
      </p:gr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01" name="Shape 301"/>
        <p:cNvGrpSpPr/>
        <p:nvPr/>
      </p:nvGrpSpPr>
      <p:grpSpPr>
        <a:xfrm>
          <a:off x="0" y="0"/>
          <a:ext cx="0" cy="0"/>
          <a:chOff x="0" y="0"/>
          <a:chExt cx="0" cy="0"/>
        </a:xfrm>
      </p:grpSpPr>
      <p:sp>
        <p:nvSpPr>
          <p:cNvPr id="302" name="Google Shape;302;p17"/>
          <p:cNvSpPr txBox="1"/>
          <p:nvPr>
            <p:ph type="title"/>
          </p:nvPr>
        </p:nvSpPr>
        <p:spPr>
          <a:xfrm>
            <a:off x="585975" y="303925"/>
            <a:ext cx="6366900" cy="5295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sz="2400">
                <a:solidFill>
                  <a:srgbClr val="000000"/>
                </a:solidFill>
                <a:latin typeface="Times New Roman"/>
                <a:ea typeface="Times New Roman"/>
                <a:cs typeface="Times New Roman"/>
                <a:sym typeface="Times New Roman"/>
              </a:rPr>
              <a:t>Factors involved in identifying the customers:</a:t>
            </a:r>
            <a:endParaRPr sz="2400">
              <a:solidFill>
                <a:srgbClr val="000000"/>
              </a:solidFill>
              <a:latin typeface="Times New Roman"/>
              <a:ea typeface="Times New Roman"/>
              <a:cs typeface="Times New Roman"/>
              <a:sym typeface="Times New Roman"/>
            </a:endParaRPr>
          </a:p>
        </p:txBody>
      </p:sp>
      <p:pic>
        <p:nvPicPr>
          <p:cNvPr id="303" name="Google Shape;303;p17"/>
          <p:cNvPicPr preferRelativeResize="0"/>
          <p:nvPr/>
        </p:nvPicPr>
        <p:blipFill>
          <a:blip r:embed="rId3">
            <a:alphaModFix/>
          </a:blip>
          <a:stretch>
            <a:fillRect/>
          </a:stretch>
        </p:blipFill>
        <p:spPr>
          <a:xfrm>
            <a:off x="437675" y="1171938"/>
            <a:ext cx="8268650" cy="2799625"/>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07" name="Shape 307"/>
        <p:cNvGrpSpPr/>
        <p:nvPr/>
      </p:nvGrpSpPr>
      <p:grpSpPr>
        <a:xfrm>
          <a:off x="0" y="0"/>
          <a:ext cx="0" cy="0"/>
          <a:chOff x="0" y="0"/>
          <a:chExt cx="0" cy="0"/>
        </a:xfrm>
      </p:grpSpPr>
      <p:sp>
        <p:nvSpPr>
          <p:cNvPr id="308" name="Google Shape;308;p18"/>
          <p:cNvSpPr txBox="1"/>
          <p:nvPr>
            <p:ph type="title"/>
          </p:nvPr>
        </p:nvSpPr>
        <p:spPr>
          <a:xfrm>
            <a:off x="633400" y="290925"/>
            <a:ext cx="7322700" cy="6075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sz="2400">
                <a:solidFill>
                  <a:srgbClr val="000000"/>
                </a:solidFill>
                <a:latin typeface="Times New Roman"/>
                <a:ea typeface="Times New Roman"/>
                <a:cs typeface="Times New Roman"/>
                <a:sym typeface="Times New Roman"/>
              </a:rPr>
              <a:t>Categorising the customers:</a:t>
            </a:r>
            <a:endParaRPr sz="2400">
              <a:solidFill>
                <a:srgbClr val="000000"/>
              </a:solidFill>
              <a:latin typeface="Times New Roman"/>
              <a:ea typeface="Times New Roman"/>
              <a:cs typeface="Times New Roman"/>
              <a:sym typeface="Times New Roman"/>
            </a:endParaRPr>
          </a:p>
        </p:txBody>
      </p:sp>
      <p:cxnSp>
        <p:nvCxnSpPr>
          <p:cNvPr id="309" name="Google Shape;309;p18"/>
          <p:cNvCxnSpPr/>
          <p:nvPr/>
        </p:nvCxnSpPr>
        <p:spPr>
          <a:xfrm>
            <a:off x="3073650" y="4128225"/>
            <a:ext cx="1500" cy="273300"/>
          </a:xfrm>
          <a:prstGeom prst="straightConnector1">
            <a:avLst/>
          </a:prstGeom>
          <a:noFill/>
          <a:ln cap="flat" cmpd="sng" w="9525">
            <a:solidFill>
              <a:schemeClr val="dk2"/>
            </a:solidFill>
            <a:prstDash val="solid"/>
            <a:round/>
            <a:headEnd len="med" w="med" type="none"/>
            <a:tailEnd len="med" w="med" type="triangle"/>
          </a:ln>
        </p:spPr>
      </p:cxnSp>
      <p:grpSp>
        <p:nvGrpSpPr>
          <p:cNvPr id="310" name="Google Shape;310;p18"/>
          <p:cNvGrpSpPr/>
          <p:nvPr/>
        </p:nvGrpSpPr>
        <p:grpSpPr>
          <a:xfrm>
            <a:off x="2325600" y="1171975"/>
            <a:ext cx="4492800" cy="3502850"/>
            <a:chOff x="2325600" y="1171975"/>
            <a:chExt cx="4492800" cy="3502850"/>
          </a:xfrm>
        </p:grpSpPr>
        <p:sp>
          <p:nvSpPr>
            <p:cNvPr id="311" name="Google Shape;311;p18"/>
            <p:cNvSpPr/>
            <p:nvPr/>
          </p:nvSpPr>
          <p:spPr>
            <a:xfrm>
              <a:off x="3823200" y="2381338"/>
              <a:ext cx="1497600" cy="2733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a:latin typeface="Times New Roman"/>
                  <a:ea typeface="Times New Roman"/>
                  <a:cs typeface="Times New Roman"/>
                  <a:sym typeface="Times New Roman"/>
                </a:rPr>
                <a:t>     Data Usage</a:t>
              </a:r>
              <a:endParaRPr>
                <a:latin typeface="Times New Roman"/>
                <a:ea typeface="Times New Roman"/>
                <a:cs typeface="Times New Roman"/>
                <a:sym typeface="Times New Roman"/>
              </a:endParaRPr>
            </a:p>
          </p:txBody>
        </p:sp>
        <p:sp>
          <p:nvSpPr>
            <p:cNvPr id="312" name="Google Shape;312;p18"/>
            <p:cNvSpPr/>
            <p:nvPr/>
          </p:nvSpPr>
          <p:spPr>
            <a:xfrm>
              <a:off x="3601950" y="1718825"/>
              <a:ext cx="1940100" cy="2733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a:latin typeface="Times New Roman"/>
                  <a:ea typeface="Times New Roman"/>
                  <a:cs typeface="Times New Roman"/>
                  <a:sym typeface="Times New Roman"/>
                </a:rPr>
                <a:t> Good N/W reception</a:t>
              </a:r>
              <a:endParaRPr>
                <a:latin typeface="Times New Roman"/>
                <a:ea typeface="Times New Roman"/>
                <a:cs typeface="Times New Roman"/>
                <a:sym typeface="Times New Roman"/>
              </a:endParaRPr>
            </a:p>
          </p:txBody>
        </p:sp>
        <p:sp>
          <p:nvSpPr>
            <p:cNvPr id="313" name="Google Shape;313;p18"/>
            <p:cNvSpPr/>
            <p:nvPr/>
          </p:nvSpPr>
          <p:spPr>
            <a:xfrm>
              <a:off x="2325600" y="4401525"/>
              <a:ext cx="1497600" cy="2733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a:latin typeface="Times New Roman"/>
                  <a:ea typeface="Times New Roman"/>
                  <a:cs typeface="Times New Roman"/>
                  <a:sym typeface="Times New Roman"/>
                </a:rPr>
                <a:t>        Prepaid	</a:t>
              </a:r>
              <a:endParaRPr>
                <a:latin typeface="Times New Roman"/>
                <a:ea typeface="Times New Roman"/>
                <a:cs typeface="Times New Roman"/>
                <a:sym typeface="Times New Roman"/>
              </a:endParaRPr>
            </a:p>
          </p:txBody>
        </p:sp>
        <p:sp>
          <p:nvSpPr>
            <p:cNvPr id="314" name="Google Shape;314;p18"/>
            <p:cNvSpPr/>
            <p:nvPr/>
          </p:nvSpPr>
          <p:spPr>
            <a:xfrm>
              <a:off x="5320800" y="4401525"/>
              <a:ext cx="1497600" cy="2733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a:latin typeface="Times New Roman"/>
                  <a:ea typeface="Times New Roman"/>
                  <a:cs typeface="Times New Roman"/>
                  <a:sym typeface="Times New Roman"/>
                </a:rPr>
                <a:t>      Postpaid</a:t>
              </a:r>
              <a:endParaRPr>
                <a:latin typeface="Times New Roman"/>
                <a:ea typeface="Times New Roman"/>
                <a:cs typeface="Times New Roman"/>
                <a:sym typeface="Times New Roman"/>
              </a:endParaRPr>
            </a:p>
          </p:txBody>
        </p:sp>
        <p:sp>
          <p:nvSpPr>
            <p:cNvPr id="315" name="Google Shape;315;p18"/>
            <p:cNvSpPr/>
            <p:nvPr/>
          </p:nvSpPr>
          <p:spPr>
            <a:xfrm>
              <a:off x="3823200" y="3724375"/>
              <a:ext cx="1497600" cy="3450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a:latin typeface="Times New Roman"/>
                  <a:ea typeface="Times New Roman"/>
                  <a:cs typeface="Times New Roman"/>
                  <a:sym typeface="Times New Roman"/>
                </a:rPr>
                <a:t>Recharge pattern</a:t>
              </a:r>
              <a:endParaRPr>
                <a:latin typeface="Times New Roman"/>
                <a:ea typeface="Times New Roman"/>
                <a:cs typeface="Times New Roman"/>
                <a:sym typeface="Times New Roman"/>
              </a:endParaRPr>
            </a:p>
          </p:txBody>
        </p:sp>
        <p:sp>
          <p:nvSpPr>
            <p:cNvPr id="316" name="Google Shape;316;p18"/>
            <p:cNvSpPr/>
            <p:nvPr/>
          </p:nvSpPr>
          <p:spPr>
            <a:xfrm>
              <a:off x="3823200" y="3043850"/>
              <a:ext cx="1497600" cy="3450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a:latin typeface="Times New Roman"/>
                  <a:ea typeface="Times New Roman"/>
                  <a:cs typeface="Times New Roman"/>
                  <a:sym typeface="Times New Roman"/>
                </a:rPr>
                <a:t>N/W bandwidth</a:t>
              </a:r>
              <a:endParaRPr>
                <a:latin typeface="Times New Roman"/>
                <a:ea typeface="Times New Roman"/>
                <a:cs typeface="Times New Roman"/>
                <a:sym typeface="Times New Roman"/>
              </a:endParaRPr>
            </a:p>
          </p:txBody>
        </p:sp>
        <p:sp>
          <p:nvSpPr>
            <p:cNvPr id="317" name="Google Shape;317;p18"/>
            <p:cNvSpPr/>
            <p:nvPr/>
          </p:nvSpPr>
          <p:spPr>
            <a:xfrm>
              <a:off x="3613650" y="1171975"/>
              <a:ext cx="1940100" cy="2733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a:latin typeface="Times New Roman"/>
                  <a:ea typeface="Times New Roman"/>
                  <a:cs typeface="Times New Roman"/>
                  <a:sym typeface="Times New Roman"/>
                </a:rPr>
                <a:t>Good satisfaction score</a:t>
              </a:r>
              <a:endParaRPr>
                <a:latin typeface="Times New Roman"/>
                <a:ea typeface="Times New Roman"/>
                <a:cs typeface="Times New Roman"/>
                <a:sym typeface="Times New Roman"/>
              </a:endParaRPr>
            </a:p>
          </p:txBody>
        </p:sp>
        <p:cxnSp>
          <p:nvCxnSpPr>
            <p:cNvPr id="318" name="Google Shape;318;p18"/>
            <p:cNvCxnSpPr>
              <a:endCxn id="312" idx="0"/>
            </p:cNvCxnSpPr>
            <p:nvPr/>
          </p:nvCxnSpPr>
          <p:spPr>
            <a:xfrm>
              <a:off x="4570500" y="1445525"/>
              <a:ext cx="1500" cy="273300"/>
            </a:xfrm>
            <a:prstGeom prst="straightConnector1">
              <a:avLst/>
            </a:prstGeom>
            <a:noFill/>
            <a:ln cap="flat" cmpd="sng" w="9525">
              <a:solidFill>
                <a:schemeClr val="dk2"/>
              </a:solidFill>
              <a:prstDash val="solid"/>
              <a:round/>
              <a:headEnd len="med" w="med" type="none"/>
              <a:tailEnd len="med" w="med" type="triangle"/>
            </a:ln>
          </p:spPr>
        </p:cxnSp>
        <p:cxnSp>
          <p:nvCxnSpPr>
            <p:cNvPr id="319" name="Google Shape;319;p18"/>
            <p:cNvCxnSpPr>
              <a:stCxn id="316" idx="2"/>
            </p:cNvCxnSpPr>
            <p:nvPr/>
          </p:nvCxnSpPr>
          <p:spPr>
            <a:xfrm flipH="1">
              <a:off x="4565400" y="3388850"/>
              <a:ext cx="6600" cy="335400"/>
            </a:xfrm>
            <a:prstGeom prst="straightConnector1">
              <a:avLst/>
            </a:prstGeom>
            <a:noFill/>
            <a:ln cap="flat" cmpd="sng" w="9525">
              <a:solidFill>
                <a:schemeClr val="dk2"/>
              </a:solidFill>
              <a:prstDash val="solid"/>
              <a:round/>
              <a:headEnd len="med" w="med" type="none"/>
              <a:tailEnd len="med" w="med" type="triangle"/>
            </a:ln>
          </p:spPr>
        </p:cxnSp>
        <p:cxnSp>
          <p:nvCxnSpPr>
            <p:cNvPr id="320" name="Google Shape;320;p18"/>
            <p:cNvCxnSpPr/>
            <p:nvPr/>
          </p:nvCxnSpPr>
          <p:spPr>
            <a:xfrm>
              <a:off x="4571250" y="2669400"/>
              <a:ext cx="0" cy="377700"/>
            </a:xfrm>
            <a:prstGeom prst="straightConnector1">
              <a:avLst/>
            </a:prstGeom>
            <a:noFill/>
            <a:ln cap="flat" cmpd="sng" w="9525">
              <a:solidFill>
                <a:schemeClr val="dk2"/>
              </a:solidFill>
              <a:prstDash val="solid"/>
              <a:round/>
              <a:headEnd len="med" w="med" type="none"/>
              <a:tailEnd len="med" w="med" type="triangle"/>
            </a:ln>
          </p:spPr>
        </p:cxnSp>
        <p:cxnSp>
          <p:nvCxnSpPr>
            <p:cNvPr id="321" name="Google Shape;321;p18"/>
            <p:cNvCxnSpPr/>
            <p:nvPr/>
          </p:nvCxnSpPr>
          <p:spPr>
            <a:xfrm>
              <a:off x="4570800" y="2007625"/>
              <a:ext cx="900" cy="358200"/>
            </a:xfrm>
            <a:prstGeom prst="straightConnector1">
              <a:avLst/>
            </a:prstGeom>
            <a:noFill/>
            <a:ln cap="flat" cmpd="sng" w="9525">
              <a:solidFill>
                <a:schemeClr val="dk2"/>
              </a:solidFill>
              <a:prstDash val="solid"/>
              <a:round/>
              <a:headEnd len="med" w="med" type="none"/>
              <a:tailEnd len="med" w="med" type="triangle"/>
            </a:ln>
          </p:spPr>
        </p:cxnSp>
        <p:cxnSp>
          <p:nvCxnSpPr>
            <p:cNvPr id="322" name="Google Shape;322;p18"/>
            <p:cNvCxnSpPr/>
            <p:nvPr/>
          </p:nvCxnSpPr>
          <p:spPr>
            <a:xfrm>
              <a:off x="6068850" y="4128225"/>
              <a:ext cx="1500" cy="273300"/>
            </a:xfrm>
            <a:prstGeom prst="straightConnector1">
              <a:avLst/>
            </a:prstGeom>
            <a:noFill/>
            <a:ln cap="flat" cmpd="sng" w="9525">
              <a:solidFill>
                <a:schemeClr val="dk2"/>
              </a:solidFill>
              <a:prstDash val="solid"/>
              <a:round/>
              <a:headEnd len="med" w="med" type="none"/>
              <a:tailEnd len="med" w="med" type="triangle"/>
            </a:ln>
          </p:spPr>
        </p:cxnSp>
        <p:cxnSp>
          <p:nvCxnSpPr>
            <p:cNvPr id="323" name="Google Shape;323;p18"/>
            <p:cNvCxnSpPr/>
            <p:nvPr/>
          </p:nvCxnSpPr>
          <p:spPr>
            <a:xfrm>
              <a:off x="3086100" y="4127825"/>
              <a:ext cx="2995200" cy="0"/>
            </a:xfrm>
            <a:prstGeom prst="straightConnector1">
              <a:avLst/>
            </a:prstGeom>
            <a:noFill/>
            <a:ln cap="flat" cmpd="sng" w="9525">
              <a:solidFill>
                <a:schemeClr val="dk2"/>
              </a:solidFill>
              <a:prstDash val="solid"/>
              <a:round/>
              <a:headEnd len="med" w="med" type="none"/>
              <a:tailEnd len="med" w="med" type="none"/>
            </a:ln>
          </p:spPr>
        </p:cxnSp>
      </p:gr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327" name="Shape 327"/>
        <p:cNvGrpSpPr/>
        <p:nvPr/>
      </p:nvGrpSpPr>
      <p:grpSpPr>
        <a:xfrm>
          <a:off x="0" y="0"/>
          <a:ext cx="0" cy="0"/>
          <a:chOff x="0" y="0"/>
          <a:chExt cx="0" cy="0"/>
        </a:xfrm>
      </p:grpSpPr>
      <p:sp>
        <p:nvSpPr>
          <p:cNvPr id="328" name="Google Shape;328;p19"/>
          <p:cNvSpPr txBox="1"/>
          <p:nvPr>
            <p:ph idx="4294967295" type="subTitle"/>
          </p:nvPr>
        </p:nvSpPr>
        <p:spPr>
          <a:xfrm>
            <a:off x="2444250" y="2224050"/>
            <a:ext cx="4255500" cy="695400"/>
          </a:xfrm>
          <a:prstGeom prst="rect">
            <a:avLst/>
          </a:prstGeom>
        </p:spPr>
        <p:txBody>
          <a:bodyPr anchorCtr="0" anchor="t" bIns="91425" lIns="91425" spcFirstLastPara="1" rIns="91425" wrap="square" tIns="91425">
            <a:noAutofit/>
          </a:bodyPr>
          <a:lstStyle/>
          <a:p>
            <a:pPr indent="457200" lvl="0" marL="457200" rtl="0" algn="l">
              <a:spcBef>
                <a:spcPts val="0"/>
              </a:spcBef>
              <a:spcAft>
                <a:spcPts val="1600"/>
              </a:spcAft>
              <a:buNone/>
            </a:pPr>
            <a:r>
              <a:rPr lang="en" sz="2800">
                <a:solidFill>
                  <a:srgbClr val="000000"/>
                </a:solidFill>
                <a:latin typeface="Times New Roman"/>
                <a:ea typeface="Times New Roman"/>
                <a:cs typeface="Times New Roman"/>
                <a:sym typeface="Times New Roman"/>
              </a:rPr>
              <a:t>THANK YOU</a:t>
            </a:r>
            <a:endParaRPr sz="2800">
              <a:solidFill>
                <a:srgbClr val="000000"/>
              </a:solidFill>
              <a:latin typeface="Times New Roman"/>
              <a:ea typeface="Times New Roman"/>
              <a:cs typeface="Times New Roman"/>
              <a:sym typeface="Times New Roman"/>
            </a:endParaRPr>
          </a:p>
        </p:txBody>
      </p:sp>
    </p:spTree>
  </p:cSld>
  <p:clrMapOvr>
    <a:masterClrMapping/>
  </p:clrMapOvr>
</p:sld>
</file>

<file path=ppt/theme/theme1.xml><?xml version="1.0" encoding="utf-8"?>
<a:theme xmlns:a="http://schemas.openxmlformats.org/drawingml/2006/main" xmlns:r="http://schemas.openxmlformats.org/officeDocument/2006/relationships" name="Momentum">
  <a:themeElements>
    <a:clrScheme name="Momentum">
      <a:dk1>
        <a:srgbClr val="C0791B"/>
      </a:dk1>
      <a:lt1>
        <a:srgbClr val="FFFFFF"/>
      </a:lt1>
      <a:dk2>
        <a:srgbClr val="424242"/>
      </a:dk2>
      <a:lt2>
        <a:srgbClr val="8DD8D3"/>
      </a:lt2>
      <a:accent1>
        <a:srgbClr val="0B6374"/>
      </a:accent1>
      <a:accent2>
        <a:srgbClr val="FD5B58"/>
      </a:accent2>
      <a:accent3>
        <a:srgbClr val="599191"/>
      </a:accent3>
      <a:accent4>
        <a:srgbClr val="D7E6A3"/>
      </a:accent4>
      <a:accent5>
        <a:srgbClr val="27278B"/>
      </a:accent5>
      <a:accent6>
        <a:srgbClr val="D558AB"/>
      </a:accent6>
      <a:hlink>
        <a:srgbClr val="27278B"/>
      </a:hlink>
      <a:folHlink>
        <a:srgbClr val="2727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